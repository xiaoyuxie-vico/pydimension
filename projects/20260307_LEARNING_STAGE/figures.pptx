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0" r:id="rId2"/>
    <p:sldId id="314" r:id="rId3"/>
    <p:sldId id="313" r:id="rId4"/>
    <p:sldId id="262" r:id="rId5"/>
    <p:sldId id="263" r:id="rId6"/>
    <p:sldId id="264"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DE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53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tao Gan" userId="bc97cd63-5d64-4c71-aced-8ad581b9e859" providerId="ADAL" clId="{2DEFB776-915C-4E62-805B-E50DEF042678}"/>
    <pc:docChg chg="undo redo custSel addSld delSld modSld">
      <pc:chgData name="Zhengtao Gan" userId="bc97cd63-5d64-4c71-aced-8ad581b9e859" providerId="ADAL" clId="{2DEFB776-915C-4E62-805B-E50DEF042678}" dt="2026-01-18T05:08:32.111" v="8833" actId="478"/>
      <pc:docMkLst>
        <pc:docMk/>
      </pc:docMkLst>
      <pc:sldChg chg="modSp new mod">
        <pc:chgData name="Zhengtao Gan" userId="bc97cd63-5d64-4c71-aced-8ad581b9e859" providerId="ADAL" clId="{2DEFB776-915C-4E62-805B-E50DEF042678}" dt="2025-12-20T19:07:29.412" v="1876" actId="20577"/>
        <pc:sldMkLst>
          <pc:docMk/>
          <pc:sldMk cId="1210643020" sldId="262"/>
        </pc:sldMkLst>
        <pc:spChg chg="mod">
          <ac:chgData name="Zhengtao Gan" userId="bc97cd63-5d64-4c71-aced-8ad581b9e859" providerId="ADAL" clId="{2DEFB776-915C-4E62-805B-E50DEF042678}" dt="2025-12-20T18:29:29.353" v="1339" actId="20577"/>
          <ac:spMkLst>
            <pc:docMk/>
            <pc:sldMk cId="1210643020" sldId="262"/>
            <ac:spMk id="2" creationId="{8E3254FF-4C62-169E-EA15-0AC43A90116A}"/>
          </ac:spMkLst>
        </pc:spChg>
        <pc:spChg chg="mod">
          <ac:chgData name="Zhengtao Gan" userId="bc97cd63-5d64-4c71-aced-8ad581b9e859" providerId="ADAL" clId="{2DEFB776-915C-4E62-805B-E50DEF042678}" dt="2025-12-20T19:07:29.412" v="1876" actId="20577"/>
          <ac:spMkLst>
            <pc:docMk/>
            <pc:sldMk cId="1210643020" sldId="262"/>
            <ac:spMk id="3" creationId="{3854FB18-AAB8-6ED5-0746-FA97767AF6B3}"/>
          </ac:spMkLst>
        </pc:spChg>
      </pc:sldChg>
      <pc:sldChg chg="delSp modSp new mod">
        <pc:chgData name="Zhengtao Gan" userId="bc97cd63-5d64-4c71-aced-8ad581b9e859" providerId="ADAL" clId="{2DEFB776-915C-4E62-805B-E50DEF042678}" dt="2025-12-20T19:45:53.304" v="2829" actId="113"/>
        <pc:sldMkLst>
          <pc:docMk/>
          <pc:sldMk cId="2470520797" sldId="263"/>
        </pc:sldMkLst>
        <pc:spChg chg="mod">
          <ac:chgData name="Zhengtao Gan" userId="bc97cd63-5d64-4c71-aced-8ad581b9e859" providerId="ADAL" clId="{2DEFB776-915C-4E62-805B-E50DEF042678}" dt="2025-12-20T19:45:53.304" v="2829" actId="113"/>
          <ac:spMkLst>
            <pc:docMk/>
            <pc:sldMk cId="2470520797" sldId="263"/>
            <ac:spMk id="3" creationId="{2922B862-FF97-5297-45C1-B904ADA11AAE}"/>
          </ac:spMkLst>
        </pc:spChg>
      </pc:sldChg>
      <pc:sldChg chg="modSp new mod">
        <pc:chgData name="Zhengtao Gan" userId="bc97cd63-5d64-4c71-aced-8ad581b9e859" providerId="ADAL" clId="{2DEFB776-915C-4E62-805B-E50DEF042678}" dt="2025-12-21T00:44:36.569" v="3598" actId="113"/>
        <pc:sldMkLst>
          <pc:docMk/>
          <pc:sldMk cId="2283385822" sldId="264"/>
        </pc:sldMkLst>
        <pc:spChg chg="mod">
          <ac:chgData name="Zhengtao Gan" userId="bc97cd63-5d64-4c71-aced-8ad581b9e859" providerId="ADAL" clId="{2DEFB776-915C-4E62-805B-E50DEF042678}" dt="2025-12-21T00:26:50.260" v="2856" actId="20577"/>
          <ac:spMkLst>
            <pc:docMk/>
            <pc:sldMk cId="2283385822" sldId="264"/>
            <ac:spMk id="2" creationId="{35341870-AED4-29E1-3071-CEC7088AA6E5}"/>
          </ac:spMkLst>
        </pc:spChg>
        <pc:spChg chg="mod">
          <ac:chgData name="Zhengtao Gan" userId="bc97cd63-5d64-4c71-aced-8ad581b9e859" providerId="ADAL" clId="{2DEFB776-915C-4E62-805B-E50DEF042678}" dt="2025-12-21T00:44:36.569" v="3598" actId="113"/>
          <ac:spMkLst>
            <pc:docMk/>
            <pc:sldMk cId="2283385822" sldId="264"/>
            <ac:spMk id="3" creationId="{9720FBCA-6669-332E-E2D3-0C0878DB3120}"/>
          </ac:spMkLst>
        </pc:spChg>
      </pc:sldChg>
      <pc:sldChg chg="modSp new mod">
        <pc:chgData name="Zhengtao Gan" userId="bc97cd63-5d64-4c71-aced-8ad581b9e859" providerId="ADAL" clId="{2DEFB776-915C-4E62-805B-E50DEF042678}" dt="2025-12-21T06:23:19.454" v="4389" actId="113"/>
        <pc:sldMkLst>
          <pc:docMk/>
          <pc:sldMk cId="791011727" sldId="265"/>
        </pc:sldMkLst>
        <pc:spChg chg="mod">
          <ac:chgData name="Zhengtao Gan" userId="bc97cd63-5d64-4c71-aced-8ad581b9e859" providerId="ADAL" clId="{2DEFB776-915C-4E62-805B-E50DEF042678}" dt="2025-12-21T05:40:04.512" v="4327" actId="27636"/>
          <ac:spMkLst>
            <pc:docMk/>
            <pc:sldMk cId="791011727" sldId="265"/>
            <ac:spMk id="2" creationId="{21A9F9C1-77E0-8BF8-398F-EE52DA2D062E}"/>
          </ac:spMkLst>
        </pc:spChg>
        <pc:spChg chg="mod">
          <ac:chgData name="Zhengtao Gan" userId="bc97cd63-5d64-4c71-aced-8ad581b9e859" providerId="ADAL" clId="{2DEFB776-915C-4E62-805B-E50DEF042678}" dt="2025-12-21T06:23:19.454" v="4389" actId="113"/>
          <ac:spMkLst>
            <pc:docMk/>
            <pc:sldMk cId="791011727" sldId="265"/>
            <ac:spMk id="3" creationId="{BC1132C6-8B38-2FB1-BF33-35395CAE643C}"/>
          </ac:spMkLst>
        </pc:spChg>
      </pc:sldChg>
      <pc:sldChg chg="modSp new mod">
        <pc:chgData name="Zhengtao Gan" userId="bc97cd63-5d64-4c71-aced-8ad581b9e859" providerId="ADAL" clId="{2DEFB776-915C-4E62-805B-E50DEF042678}" dt="2025-12-21T07:51:38.271" v="5358"/>
        <pc:sldMkLst>
          <pc:docMk/>
          <pc:sldMk cId="1578907974" sldId="266"/>
        </pc:sldMkLst>
        <pc:spChg chg="mod">
          <ac:chgData name="Zhengtao Gan" userId="bc97cd63-5d64-4c71-aced-8ad581b9e859" providerId="ADAL" clId="{2DEFB776-915C-4E62-805B-E50DEF042678}" dt="2025-12-21T07:09:03.653" v="4472" actId="20577"/>
          <ac:spMkLst>
            <pc:docMk/>
            <pc:sldMk cId="1578907974" sldId="266"/>
            <ac:spMk id="2" creationId="{DB980B3F-3C51-B03D-34E7-456C17811111}"/>
          </ac:spMkLst>
        </pc:spChg>
        <pc:spChg chg="mod">
          <ac:chgData name="Zhengtao Gan" userId="bc97cd63-5d64-4c71-aced-8ad581b9e859" providerId="ADAL" clId="{2DEFB776-915C-4E62-805B-E50DEF042678}" dt="2025-12-21T07:51:38.271" v="5358"/>
          <ac:spMkLst>
            <pc:docMk/>
            <pc:sldMk cId="1578907974" sldId="266"/>
            <ac:spMk id="3" creationId="{D1099C06-4FF2-A068-24BD-6FBDC37F6D79}"/>
          </ac:spMkLst>
        </pc:spChg>
      </pc:sldChg>
      <pc:sldChg chg="delSp modSp new mod">
        <pc:chgData name="Zhengtao Gan" userId="bc97cd63-5d64-4c71-aced-8ad581b9e859" providerId="ADAL" clId="{2DEFB776-915C-4E62-805B-E50DEF042678}" dt="2025-12-21T07:41:26.762" v="5189" actId="114"/>
        <pc:sldMkLst>
          <pc:docMk/>
          <pc:sldMk cId="1752073310" sldId="267"/>
        </pc:sldMkLst>
        <pc:spChg chg="mod">
          <ac:chgData name="Zhengtao Gan" userId="bc97cd63-5d64-4c71-aced-8ad581b9e859" providerId="ADAL" clId="{2DEFB776-915C-4E62-805B-E50DEF042678}" dt="2025-12-21T07:41:26.762" v="5189" actId="114"/>
          <ac:spMkLst>
            <pc:docMk/>
            <pc:sldMk cId="1752073310" sldId="267"/>
            <ac:spMk id="3" creationId="{DD73321F-6523-7F0C-C474-59593CF4991B}"/>
          </ac:spMkLst>
        </pc:spChg>
      </pc:sldChg>
      <pc:sldChg chg="modSp new mod">
        <pc:chgData name="Zhengtao Gan" userId="bc97cd63-5d64-4c71-aced-8ad581b9e859" providerId="ADAL" clId="{2DEFB776-915C-4E62-805B-E50DEF042678}" dt="2025-12-21T07:53:02.814" v="5464" actId="113"/>
        <pc:sldMkLst>
          <pc:docMk/>
          <pc:sldMk cId="433523349" sldId="268"/>
        </pc:sldMkLst>
        <pc:spChg chg="mod">
          <ac:chgData name="Zhengtao Gan" userId="bc97cd63-5d64-4c71-aced-8ad581b9e859" providerId="ADAL" clId="{2DEFB776-915C-4E62-805B-E50DEF042678}" dt="2025-12-21T07:42:48.120" v="5244" actId="20577"/>
          <ac:spMkLst>
            <pc:docMk/>
            <pc:sldMk cId="433523349" sldId="268"/>
            <ac:spMk id="2" creationId="{7D67F11B-DD80-22AF-667B-441429C375B2}"/>
          </ac:spMkLst>
        </pc:spChg>
        <pc:spChg chg="mod">
          <ac:chgData name="Zhengtao Gan" userId="bc97cd63-5d64-4c71-aced-8ad581b9e859" providerId="ADAL" clId="{2DEFB776-915C-4E62-805B-E50DEF042678}" dt="2025-12-21T07:53:02.814" v="5464" actId="113"/>
          <ac:spMkLst>
            <pc:docMk/>
            <pc:sldMk cId="433523349" sldId="268"/>
            <ac:spMk id="3" creationId="{2A393157-C570-A551-57FF-70D7A1692D7B}"/>
          </ac:spMkLst>
        </pc:spChg>
      </pc:sldChg>
      <pc:sldChg chg="new">
        <pc:chgData name="Zhengtao Gan" userId="bc97cd63-5d64-4c71-aced-8ad581b9e859" providerId="ADAL" clId="{2DEFB776-915C-4E62-805B-E50DEF042678}" dt="2026-01-04T19:43:11.558" v="5466" actId="680"/>
        <pc:sldMkLst>
          <pc:docMk/>
          <pc:sldMk cId="443656007" sldId="269"/>
        </pc:sldMkLst>
      </pc:sldChg>
      <pc:sldChg chg="addSp delSp modSp new mod">
        <pc:chgData name="Zhengtao Gan" userId="bc97cd63-5d64-4c71-aced-8ad581b9e859" providerId="ADAL" clId="{2DEFB776-915C-4E62-805B-E50DEF042678}" dt="2026-01-10T07:16:37.950" v="8596" actId="1076"/>
        <pc:sldMkLst>
          <pc:docMk/>
          <pc:sldMk cId="2308650" sldId="270"/>
        </pc:sldMkLst>
        <pc:spChg chg="add mod ord">
          <ac:chgData name="Zhengtao Gan" userId="bc97cd63-5d64-4c71-aced-8ad581b9e859" providerId="ADAL" clId="{2DEFB776-915C-4E62-805B-E50DEF042678}" dt="2026-01-04T23:49:11.610" v="7366" actId="166"/>
          <ac:spMkLst>
            <pc:docMk/>
            <pc:sldMk cId="2308650" sldId="270"/>
            <ac:spMk id="4" creationId="{00908DB8-AA19-5C9A-82D3-E7C301E1A653}"/>
          </ac:spMkLst>
        </pc:spChg>
        <pc:spChg chg="add mod ord">
          <ac:chgData name="Zhengtao Gan" userId="bc97cd63-5d64-4c71-aced-8ad581b9e859" providerId="ADAL" clId="{2DEFB776-915C-4E62-805B-E50DEF042678}" dt="2026-01-05T20:04:17.153" v="8363" actId="20577"/>
          <ac:spMkLst>
            <pc:docMk/>
            <pc:sldMk cId="2308650" sldId="270"/>
            <ac:spMk id="5" creationId="{78698D6E-DC71-8730-575A-437B6F26918B}"/>
          </ac:spMkLst>
        </pc:spChg>
        <pc:spChg chg="add mod ord">
          <ac:chgData name="Zhengtao Gan" userId="bc97cd63-5d64-4c71-aced-8ad581b9e859" providerId="ADAL" clId="{2DEFB776-915C-4E62-805B-E50DEF042678}" dt="2026-01-05T02:11:18.224" v="8251" actId="692"/>
          <ac:spMkLst>
            <pc:docMk/>
            <pc:sldMk cId="2308650" sldId="270"/>
            <ac:spMk id="6" creationId="{91970AA9-02B1-E4BF-4BB9-59FC4B1007BB}"/>
          </ac:spMkLst>
        </pc:spChg>
        <pc:spChg chg="add mod ord">
          <ac:chgData name="Zhengtao Gan" userId="bc97cd63-5d64-4c71-aced-8ad581b9e859" providerId="ADAL" clId="{2DEFB776-915C-4E62-805B-E50DEF042678}" dt="2026-01-06T01:00:30.415" v="8374" actId="20577"/>
          <ac:spMkLst>
            <pc:docMk/>
            <pc:sldMk cId="2308650" sldId="270"/>
            <ac:spMk id="11" creationId="{0685FDBF-805B-72AA-0E23-19800814CB3E}"/>
          </ac:spMkLst>
        </pc:spChg>
        <pc:spChg chg="add mod ord">
          <ac:chgData name="Zhengtao Gan" userId="bc97cd63-5d64-4c71-aced-8ad581b9e859" providerId="ADAL" clId="{2DEFB776-915C-4E62-805B-E50DEF042678}" dt="2026-01-05T05:27:20.565" v="8351" actId="404"/>
          <ac:spMkLst>
            <pc:docMk/>
            <pc:sldMk cId="2308650" sldId="270"/>
            <ac:spMk id="12" creationId="{C76C3660-84E4-7A0A-D4A0-126AD56164D4}"/>
          </ac:spMkLst>
        </pc:spChg>
        <pc:spChg chg="add del mod ord">
          <ac:chgData name="Zhengtao Gan" userId="bc97cd63-5d64-4c71-aced-8ad581b9e859" providerId="ADAL" clId="{2DEFB776-915C-4E62-805B-E50DEF042678}" dt="2026-01-05T05:27:34.461" v="8353" actId="404"/>
          <ac:spMkLst>
            <pc:docMk/>
            <pc:sldMk cId="2308650" sldId="270"/>
            <ac:spMk id="13" creationId="{C5C5A874-33F6-7D1F-718D-3F5EB882C1E4}"/>
          </ac:spMkLst>
        </pc:spChg>
        <pc:spChg chg="add mod">
          <ac:chgData name="Zhengtao Gan" userId="bc97cd63-5d64-4c71-aced-8ad581b9e859" providerId="ADAL" clId="{2DEFB776-915C-4E62-805B-E50DEF042678}" dt="2026-01-05T05:27:37.492" v="8354" actId="404"/>
          <ac:spMkLst>
            <pc:docMk/>
            <pc:sldMk cId="2308650" sldId="270"/>
            <ac:spMk id="14" creationId="{72BE8892-6022-A77F-DBBC-75FB6275062D}"/>
          </ac:spMkLst>
        </pc:spChg>
        <pc:spChg chg="add mod">
          <ac:chgData name="Zhengtao Gan" userId="bc97cd63-5d64-4c71-aced-8ad581b9e859" providerId="ADAL" clId="{2DEFB776-915C-4E62-805B-E50DEF042678}" dt="2026-01-05T05:27:20.565" v="8351" actId="404"/>
          <ac:spMkLst>
            <pc:docMk/>
            <pc:sldMk cId="2308650" sldId="270"/>
            <ac:spMk id="15" creationId="{90B3E9A3-604D-6694-E37A-8D7ADA617F8A}"/>
          </ac:spMkLst>
        </pc:spChg>
        <pc:spChg chg="add mod">
          <ac:chgData name="Zhengtao Gan" userId="bc97cd63-5d64-4c71-aced-8ad581b9e859" providerId="ADAL" clId="{2DEFB776-915C-4E62-805B-E50DEF042678}" dt="2026-01-05T05:27:40.309" v="8355" actId="404"/>
          <ac:spMkLst>
            <pc:docMk/>
            <pc:sldMk cId="2308650" sldId="270"/>
            <ac:spMk id="16" creationId="{226E9ADA-6F5A-968B-97D4-126700BF7F90}"/>
          </ac:spMkLst>
        </pc:spChg>
        <pc:spChg chg="add mod ord">
          <ac:chgData name="Zhengtao Gan" userId="bc97cd63-5d64-4c71-aced-8ad581b9e859" providerId="ADAL" clId="{2DEFB776-915C-4E62-805B-E50DEF042678}" dt="2026-01-10T07:08:26" v="8534" actId="14100"/>
          <ac:spMkLst>
            <pc:docMk/>
            <pc:sldMk cId="2308650" sldId="270"/>
            <ac:spMk id="17" creationId="{FA444319-3AE0-DC9C-5716-BE01EA952833}"/>
          </ac:spMkLst>
        </pc:spChg>
        <pc:spChg chg="add mod">
          <ac:chgData name="Zhengtao Gan" userId="bc97cd63-5d64-4c71-aced-8ad581b9e859" providerId="ADAL" clId="{2DEFB776-915C-4E62-805B-E50DEF042678}" dt="2026-01-10T07:16:37.950" v="8596" actId="1076"/>
          <ac:spMkLst>
            <pc:docMk/>
            <pc:sldMk cId="2308650" sldId="270"/>
            <ac:spMk id="18" creationId="{BC28E74B-E7D4-685D-60AE-9363BE8E4676}"/>
          </ac:spMkLst>
        </pc:spChg>
        <pc:spChg chg="add mod">
          <ac:chgData name="Zhengtao Gan" userId="bc97cd63-5d64-4c71-aced-8ad581b9e859" providerId="ADAL" clId="{2DEFB776-915C-4E62-805B-E50DEF042678}" dt="2026-01-10T07:07:01.924" v="8520" actId="1076"/>
          <ac:spMkLst>
            <pc:docMk/>
            <pc:sldMk cId="2308650" sldId="270"/>
            <ac:spMk id="19" creationId="{EC90970E-3DBB-DD61-D0E4-9C96EBE4EEE6}"/>
          </ac:spMkLst>
        </pc:spChg>
        <pc:spChg chg="add mod">
          <ac:chgData name="Zhengtao Gan" userId="bc97cd63-5d64-4c71-aced-8ad581b9e859" providerId="ADAL" clId="{2DEFB776-915C-4E62-805B-E50DEF042678}" dt="2026-01-10T07:08:59.983" v="8541" actId="14100"/>
          <ac:spMkLst>
            <pc:docMk/>
            <pc:sldMk cId="2308650" sldId="270"/>
            <ac:spMk id="20" creationId="{FCE03252-9CB3-F6B8-4407-032B5D311CD7}"/>
          </ac:spMkLst>
        </pc:spChg>
        <pc:spChg chg="add mod">
          <ac:chgData name="Zhengtao Gan" userId="bc97cd63-5d64-4c71-aced-8ad581b9e859" providerId="ADAL" clId="{2DEFB776-915C-4E62-805B-E50DEF042678}" dt="2026-01-10T07:15:02.487" v="8576" actId="1076"/>
          <ac:spMkLst>
            <pc:docMk/>
            <pc:sldMk cId="2308650" sldId="270"/>
            <ac:spMk id="21" creationId="{F1404CE9-81A7-F2BE-3DA7-FCA8660B0BD6}"/>
          </ac:spMkLst>
        </pc:spChg>
        <pc:spChg chg="add mod">
          <ac:chgData name="Zhengtao Gan" userId="bc97cd63-5d64-4c71-aced-8ad581b9e859" providerId="ADAL" clId="{2DEFB776-915C-4E62-805B-E50DEF042678}" dt="2026-01-10T07:14:57.811" v="8575" actId="1076"/>
          <ac:spMkLst>
            <pc:docMk/>
            <pc:sldMk cId="2308650" sldId="270"/>
            <ac:spMk id="22" creationId="{9B29BDBC-E371-D2F5-65E2-423AE8430463}"/>
          </ac:spMkLst>
        </pc:spChg>
        <pc:spChg chg="add del mod ord">
          <ac:chgData name="Zhengtao Gan" userId="bc97cd63-5d64-4c71-aced-8ad581b9e859" providerId="ADAL" clId="{2DEFB776-915C-4E62-805B-E50DEF042678}" dt="2026-01-05T02:24:50.470" v="8350" actId="1035"/>
          <ac:spMkLst>
            <pc:docMk/>
            <pc:sldMk cId="2308650" sldId="270"/>
            <ac:spMk id="26" creationId="{84D5D169-96FF-C57B-E42A-5097A2BB2D36}"/>
          </ac:spMkLst>
        </pc:spChg>
        <pc:spChg chg="add mod ord">
          <ac:chgData name="Zhengtao Gan" userId="bc97cd63-5d64-4c71-aced-8ad581b9e859" providerId="ADAL" clId="{2DEFB776-915C-4E62-805B-E50DEF042678}" dt="2026-01-04T23:37:12.106" v="7062" actId="166"/>
          <ac:spMkLst>
            <pc:docMk/>
            <pc:sldMk cId="2308650" sldId="270"/>
            <ac:spMk id="27" creationId="{A6E99DDC-F1AE-DADD-67DA-7C853592ED52}"/>
          </ac:spMkLst>
        </pc:spChg>
        <pc:spChg chg="add mod ord">
          <ac:chgData name="Zhengtao Gan" userId="bc97cd63-5d64-4c71-aced-8ad581b9e859" providerId="ADAL" clId="{2DEFB776-915C-4E62-805B-E50DEF042678}" dt="2026-01-04T23:39:08.805" v="7139" actId="166"/>
          <ac:spMkLst>
            <pc:docMk/>
            <pc:sldMk cId="2308650" sldId="270"/>
            <ac:spMk id="28" creationId="{5BB4D9BB-171F-4EB6-E7EE-7EF04CE769DC}"/>
          </ac:spMkLst>
        </pc:spChg>
        <pc:spChg chg="add mod">
          <ac:chgData name="Zhengtao Gan" userId="bc97cd63-5d64-4c71-aced-8ad581b9e859" providerId="ADAL" clId="{2DEFB776-915C-4E62-805B-E50DEF042678}" dt="2026-01-04T23:48:55.845" v="7364" actId="166"/>
          <ac:spMkLst>
            <pc:docMk/>
            <pc:sldMk cId="2308650" sldId="270"/>
            <ac:spMk id="29" creationId="{59DB0634-F0AE-CB00-F106-17D4673D1B3C}"/>
          </ac:spMkLst>
        </pc:spChg>
        <pc:spChg chg="add mod">
          <ac:chgData name="Zhengtao Gan" userId="bc97cd63-5d64-4c71-aced-8ad581b9e859" providerId="ADAL" clId="{2DEFB776-915C-4E62-805B-E50DEF042678}" dt="2026-01-04T23:48:55.845" v="7364" actId="166"/>
          <ac:spMkLst>
            <pc:docMk/>
            <pc:sldMk cId="2308650" sldId="270"/>
            <ac:spMk id="30" creationId="{3053FD78-41E1-2615-6F91-D73D0052FFE6}"/>
          </ac:spMkLst>
        </pc:spChg>
        <pc:spChg chg="add mod">
          <ac:chgData name="Zhengtao Gan" userId="bc97cd63-5d64-4c71-aced-8ad581b9e859" providerId="ADAL" clId="{2DEFB776-915C-4E62-805B-E50DEF042678}" dt="2026-01-05T02:11:42.132" v="8261" actId="1038"/>
          <ac:spMkLst>
            <pc:docMk/>
            <pc:sldMk cId="2308650" sldId="270"/>
            <ac:spMk id="59" creationId="{2EE4FE58-CD72-62DD-C768-0F00D58D500B}"/>
          </ac:spMkLst>
        </pc:spChg>
        <pc:spChg chg="add mod">
          <ac:chgData name="Zhengtao Gan" userId="bc97cd63-5d64-4c71-aced-8ad581b9e859" providerId="ADAL" clId="{2DEFB776-915C-4E62-805B-E50DEF042678}" dt="2026-01-05T02:11:46.912" v="8262" actId="1035"/>
          <ac:spMkLst>
            <pc:docMk/>
            <pc:sldMk cId="2308650" sldId="270"/>
            <ac:spMk id="60" creationId="{CA4CE769-0927-5E73-5A1C-7CFE21BDB4DD}"/>
          </ac:spMkLst>
        </pc:spChg>
        <pc:spChg chg="add del mod">
          <ac:chgData name="Zhengtao Gan" userId="bc97cd63-5d64-4c71-aced-8ad581b9e859" providerId="ADAL" clId="{2DEFB776-915C-4E62-805B-E50DEF042678}" dt="2026-01-05T02:11:50.848" v="8264" actId="1036"/>
          <ac:spMkLst>
            <pc:docMk/>
            <pc:sldMk cId="2308650" sldId="270"/>
            <ac:spMk id="62" creationId="{32039BCF-FA82-6141-4A19-E1DD812FBF10}"/>
          </ac:spMkLst>
        </pc:spChg>
        <pc:spChg chg="add mod">
          <ac:chgData name="Zhengtao Gan" userId="bc97cd63-5d64-4c71-aced-8ad581b9e859" providerId="ADAL" clId="{2DEFB776-915C-4E62-805B-E50DEF042678}" dt="2026-01-10T07:07:15.083" v="8525" actId="1076"/>
          <ac:spMkLst>
            <pc:docMk/>
            <pc:sldMk cId="2308650" sldId="270"/>
            <ac:spMk id="1044" creationId="{A1B9CD6E-30B3-EC5C-4168-E2E95F6FBBB4}"/>
          </ac:spMkLst>
        </pc:spChg>
        <pc:spChg chg="add mod">
          <ac:chgData name="Zhengtao Gan" userId="bc97cd63-5d64-4c71-aced-8ad581b9e859" providerId="ADAL" clId="{2DEFB776-915C-4E62-805B-E50DEF042678}" dt="2026-01-10T07:10:08.349" v="8557" actId="404"/>
          <ac:spMkLst>
            <pc:docMk/>
            <pc:sldMk cId="2308650" sldId="270"/>
            <ac:spMk id="1046" creationId="{7B3EF1D4-8BD3-436B-8E7B-6145515E06E1}"/>
          </ac:spMkLst>
        </pc:spChg>
        <pc:spChg chg="add mod">
          <ac:chgData name="Zhengtao Gan" userId="bc97cd63-5d64-4c71-aced-8ad581b9e859" providerId="ADAL" clId="{2DEFB776-915C-4E62-805B-E50DEF042678}" dt="2026-01-10T07:07:01.924" v="8520" actId="1076"/>
          <ac:spMkLst>
            <pc:docMk/>
            <pc:sldMk cId="2308650" sldId="270"/>
            <ac:spMk id="1049" creationId="{7FF904A5-9425-8C2E-BC59-34064B6F891F}"/>
          </ac:spMkLst>
        </pc:spChg>
        <pc:spChg chg="add mod">
          <ac:chgData name="Zhengtao Gan" userId="bc97cd63-5d64-4c71-aced-8ad581b9e859" providerId="ADAL" clId="{2DEFB776-915C-4E62-805B-E50DEF042678}" dt="2026-01-10T07:10:08.349" v="8557" actId="404"/>
          <ac:spMkLst>
            <pc:docMk/>
            <pc:sldMk cId="2308650" sldId="270"/>
            <ac:spMk id="1052" creationId="{65FAFA8E-4620-59F8-C274-9BC52AEC37A8}"/>
          </ac:spMkLst>
        </pc:spChg>
        <pc:spChg chg="add mod">
          <ac:chgData name="Zhengtao Gan" userId="bc97cd63-5d64-4c71-aced-8ad581b9e859" providerId="ADAL" clId="{2DEFB776-915C-4E62-805B-E50DEF042678}" dt="2026-01-10T07:10:45.284" v="8568" actId="1076"/>
          <ac:spMkLst>
            <pc:docMk/>
            <pc:sldMk cId="2308650" sldId="270"/>
            <ac:spMk id="1055" creationId="{630CB81C-0687-ABB0-CB23-202399743940}"/>
          </ac:spMkLst>
        </pc:spChg>
        <pc:spChg chg="add mod">
          <ac:chgData name="Zhengtao Gan" userId="bc97cd63-5d64-4c71-aced-8ad581b9e859" providerId="ADAL" clId="{2DEFB776-915C-4E62-805B-E50DEF042678}" dt="2026-01-10T07:10:37.338" v="8564" actId="1076"/>
          <ac:spMkLst>
            <pc:docMk/>
            <pc:sldMk cId="2308650" sldId="270"/>
            <ac:spMk id="1056" creationId="{B54EC73F-212C-FE78-16C2-EBDF2C380A21}"/>
          </ac:spMkLst>
        </pc:spChg>
        <pc:spChg chg="add mod">
          <ac:chgData name="Zhengtao Gan" userId="bc97cd63-5d64-4c71-aced-8ad581b9e859" providerId="ADAL" clId="{2DEFB776-915C-4E62-805B-E50DEF042678}" dt="2026-01-10T07:09:18.830" v="8545" actId="1076"/>
          <ac:spMkLst>
            <pc:docMk/>
            <pc:sldMk cId="2308650" sldId="270"/>
            <ac:spMk id="1059" creationId="{424039C8-116B-6725-AC9F-9A1E5CF1DBD2}"/>
          </ac:spMkLst>
        </pc:spChg>
        <pc:spChg chg="add mod">
          <ac:chgData name="Zhengtao Gan" userId="bc97cd63-5d64-4c71-aced-8ad581b9e859" providerId="ADAL" clId="{2DEFB776-915C-4E62-805B-E50DEF042678}" dt="2026-01-10T07:16:17.762" v="8592" actId="1076"/>
          <ac:spMkLst>
            <pc:docMk/>
            <pc:sldMk cId="2308650" sldId="270"/>
            <ac:spMk id="1061" creationId="{7A3DA902-B6A6-65A0-1142-0236E59AC0C4}"/>
          </ac:spMkLst>
        </pc:spChg>
        <pc:spChg chg="add mod">
          <ac:chgData name="Zhengtao Gan" userId="bc97cd63-5d64-4c71-aced-8ad581b9e859" providerId="ADAL" clId="{2DEFB776-915C-4E62-805B-E50DEF042678}" dt="2026-01-10T07:06:03.285" v="8505" actId="1076"/>
          <ac:spMkLst>
            <pc:docMk/>
            <pc:sldMk cId="2308650" sldId="270"/>
            <ac:spMk id="1063" creationId="{34B85AA5-C317-5326-86CF-ABF0F4FF3FD4}"/>
          </ac:spMkLst>
        </pc:spChg>
        <pc:spChg chg="add mod">
          <ac:chgData name="Zhengtao Gan" userId="bc97cd63-5d64-4c71-aced-8ad581b9e859" providerId="ADAL" clId="{2DEFB776-915C-4E62-805B-E50DEF042678}" dt="2026-01-10T07:10:08.349" v="8557" actId="404"/>
          <ac:spMkLst>
            <pc:docMk/>
            <pc:sldMk cId="2308650" sldId="270"/>
            <ac:spMk id="1067" creationId="{92037505-B802-43F1-B03D-EEEA83A1D919}"/>
          </ac:spMkLst>
        </pc:spChg>
        <pc:spChg chg="add mod">
          <ac:chgData name="Zhengtao Gan" userId="bc97cd63-5d64-4c71-aced-8ad581b9e859" providerId="ADAL" clId="{2DEFB776-915C-4E62-805B-E50DEF042678}" dt="2026-01-10T07:06:35.875" v="8514" actId="1076"/>
          <ac:spMkLst>
            <pc:docMk/>
            <pc:sldMk cId="2308650" sldId="270"/>
            <ac:spMk id="1071" creationId="{327CDF76-ADF1-76BE-1DBA-DADE9AF339EA}"/>
          </ac:spMkLst>
        </pc:spChg>
        <pc:spChg chg="add mod">
          <ac:chgData name="Zhengtao Gan" userId="bc97cd63-5d64-4c71-aced-8ad581b9e859" providerId="ADAL" clId="{2DEFB776-915C-4E62-805B-E50DEF042678}" dt="2026-01-10T07:10:08.349" v="8557" actId="404"/>
          <ac:spMkLst>
            <pc:docMk/>
            <pc:sldMk cId="2308650" sldId="270"/>
            <ac:spMk id="1075" creationId="{45A5BA24-259A-E60D-329A-5677FBC5F254}"/>
          </ac:spMkLst>
        </pc:spChg>
        <pc:spChg chg="add mod">
          <ac:chgData name="Zhengtao Gan" userId="bc97cd63-5d64-4c71-aced-8ad581b9e859" providerId="ADAL" clId="{2DEFB776-915C-4E62-805B-E50DEF042678}" dt="2026-01-10T07:15:59.671" v="8590" actId="1076"/>
          <ac:spMkLst>
            <pc:docMk/>
            <pc:sldMk cId="2308650" sldId="270"/>
            <ac:spMk id="1087" creationId="{8B2C11A9-A888-513E-C293-B80EEDFA8DAB}"/>
          </ac:spMkLst>
        </pc:spChg>
        <pc:spChg chg="add mod">
          <ac:chgData name="Zhengtao Gan" userId="bc97cd63-5d64-4c71-aced-8ad581b9e859" providerId="ADAL" clId="{2DEFB776-915C-4E62-805B-E50DEF042678}" dt="2026-01-10T07:15:17.707" v="8582" actId="1076"/>
          <ac:spMkLst>
            <pc:docMk/>
            <pc:sldMk cId="2308650" sldId="270"/>
            <ac:spMk id="1088" creationId="{FCC9A278-883A-3613-B988-7BC4DD10BED2}"/>
          </ac:spMkLst>
        </pc:spChg>
        <pc:picChg chg="add mod">
          <ac:chgData name="Zhengtao Gan" userId="bc97cd63-5d64-4c71-aced-8ad581b9e859" providerId="ADAL" clId="{2DEFB776-915C-4E62-805B-E50DEF042678}" dt="2026-01-04T23:48:55.845" v="7364" actId="166"/>
          <ac:picMkLst>
            <pc:docMk/>
            <pc:sldMk cId="2308650" sldId="270"/>
            <ac:picMk id="55" creationId="{E645B341-9928-7BD2-DEBC-8A8123F991E3}"/>
          </ac:picMkLst>
        </pc:picChg>
        <pc:picChg chg="add mod">
          <ac:chgData name="Zhengtao Gan" userId="bc97cd63-5d64-4c71-aced-8ad581b9e859" providerId="ADAL" clId="{2DEFB776-915C-4E62-805B-E50DEF042678}" dt="2026-01-04T23:48:55.845" v="7364" actId="166"/>
          <ac:picMkLst>
            <pc:docMk/>
            <pc:sldMk cId="2308650" sldId="270"/>
            <ac:picMk id="57" creationId="{D6FF05A8-F700-CCC7-DD8C-31F24F391A20}"/>
          </ac:picMkLst>
        </pc:picChg>
        <pc:picChg chg="add mod">
          <ac:chgData name="Zhengtao Gan" userId="bc97cd63-5d64-4c71-aced-8ad581b9e859" providerId="ADAL" clId="{2DEFB776-915C-4E62-805B-E50DEF042678}" dt="2026-01-04T23:56:19.807" v="7504" actId="1076"/>
          <ac:picMkLst>
            <pc:docMk/>
            <pc:sldMk cId="2308650" sldId="270"/>
            <ac:picMk id="1024" creationId="{FCE69B38-5D44-8EC7-4D1E-D705FAE06E5D}"/>
          </ac:picMkLst>
        </pc:picChg>
        <pc:picChg chg="add mod">
          <ac:chgData name="Zhengtao Gan" userId="bc97cd63-5d64-4c71-aced-8ad581b9e859" providerId="ADAL" clId="{2DEFB776-915C-4E62-805B-E50DEF042678}" dt="2026-01-04T23:58:13.457" v="7515" actId="14100"/>
          <ac:picMkLst>
            <pc:docMk/>
            <pc:sldMk cId="2308650" sldId="270"/>
            <ac:picMk id="1026" creationId="{EC095712-0BCA-565C-33A9-3EC665914FD8}"/>
          </ac:picMkLst>
        </pc:picChg>
        <pc:picChg chg="add mod">
          <ac:chgData name="Zhengtao Gan" userId="bc97cd63-5d64-4c71-aced-8ad581b9e859" providerId="ADAL" clId="{2DEFB776-915C-4E62-805B-E50DEF042678}" dt="2026-01-04T23:59:03.658" v="7524" actId="1076"/>
          <ac:picMkLst>
            <pc:docMk/>
            <pc:sldMk cId="2308650" sldId="270"/>
            <ac:picMk id="1028" creationId="{2AF04107-52CC-69B8-06C4-7552058CBD15}"/>
          </ac:picMkLst>
        </pc:picChg>
        <pc:picChg chg="add mod ord">
          <ac:chgData name="Zhengtao Gan" userId="bc97cd63-5d64-4c71-aced-8ad581b9e859" providerId="ADAL" clId="{2DEFB776-915C-4E62-805B-E50DEF042678}" dt="2026-01-10T07:07:24.434" v="8529" actId="1076"/>
          <ac:picMkLst>
            <pc:docMk/>
            <pc:sldMk cId="2308650" sldId="270"/>
            <ac:picMk id="1042" creationId="{C1BB8F2B-21CD-BEB9-F1A4-BB621D4F9B78}"/>
          </ac:picMkLst>
        </pc:picChg>
        <pc:picChg chg="add mod ord modCrop">
          <ac:chgData name="Zhengtao Gan" userId="bc97cd63-5d64-4c71-aced-8ad581b9e859" providerId="ADAL" clId="{2DEFB776-915C-4E62-805B-E50DEF042678}" dt="2026-01-10T07:10:54.858" v="8569" actId="1076"/>
          <ac:picMkLst>
            <pc:docMk/>
            <pc:sldMk cId="2308650" sldId="270"/>
            <ac:picMk id="1054" creationId="{D7A07384-DDF7-964C-4851-A42308B1D5ED}"/>
          </ac:picMkLst>
        </pc:picChg>
        <pc:picChg chg="add mod">
          <ac:chgData name="Zhengtao Gan" userId="bc97cd63-5d64-4c71-aced-8ad581b9e859" providerId="ADAL" clId="{2DEFB776-915C-4E62-805B-E50DEF042678}" dt="2026-01-10T07:06:26.422" v="8511" actId="14100"/>
          <ac:picMkLst>
            <pc:docMk/>
            <pc:sldMk cId="2308650" sldId="270"/>
            <ac:picMk id="1066" creationId="{5E341D10-D01E-7118-DD30-A0C30888601F}"/>
          </ac:picMkLst>
        </pc:picChg>
        <pc:picChg chg="add mod">
          <ac:chgData name="Zhengtao Gan" userId="bc97cd63-5d64-4c71-aced-8ad581b9e859" providerId="ADAL" clId="{2DEFB776-915C-4E62-805B-E50DEF042678}" dt="2026-01-10T07:06:38.983" v="8515" actId="1076"/>
          <ac:picMkLst>
            <pc:docMk/>
            <pc:sldMk cId="2308650" sldId="270"/>
            <ac:picMk id="1069" creationId="{5F1B35AB-0165-03AA-4B72-B5DBCEA0B5E6}"/>
          </ac:picMkLst>
        </pc:picChg>
        <pc:picChg chg="mod">
          <ac:chgData name="Zhengtao Gan" userId="bc97cd63-5d64-4c71-aced-8ad581b9e859" providerId="ADAL" clId="{2DEFB776-915C-4E62-805B-E50DEF042678}" dt="2026-01-10T07:09:07.263" v="8542" actId="732"/>
          <ac:picMkLst>
            <pc:docMk/>
            <pc:sldMk cId="2308650" sldId="270"/>
            <ac:picMk id="1081" creationId="{2DA9DB47-BD81-3C69-1713-AC50DD8A28F7}"/>
          </ac:picMkLst>
        </pc:picChg>
        <pc:picChg chg="add mod">
          <ac:chgData name="Zhengtao Gan" userId="bc97cd63-5d64-4c71-aced-8ad581b9e859" providerId="ADAL" clId="{2DEFB776-915C-4E62-805B-E50DEF042678}" dt="2026-01-10T07:15:10.393" v="8579" actId="14100"/>
          <ac:picMkLst>
            <pc:docMk/>
            <pc:sldMk cId="2308650" sldId="270"/>
            <ac:picMk id="1085" creationId="{D1B230E4-D91B-4189-9EB5-B1C5C312DB14}"/>
          </ac:picMkLst>
        </pc:picChg>
        <pc:picChg chg="mod">
          <ac:chgData name="Zhengtao Gan" userId="bc97cd63-5d64-4c71-aced-8ad581b9e859" providerId="ADAL" clId="{2DEFB776-915C-4E62-805B-E50DEF042678}" dt="2026-01-10T07:15:52.092" v="8589" actId="14100"/>
          <ac:picMkLst>
            <pc:docMk/>
            <pc:sldMk cId="2308650" sldId="270"/>
            <ac:picMk id="1093" creationId="{D96D9584-C9D5-0BB5-FDF4-7FCE09FBD8CF}"/>
          </ac:picMkLst>
        </pc:picChg>
        <pc:picChg chg="mod">
          <ac:chgData name="Zhengtao Gan" userId="bc97cd63-5d64-4c71-aced-8ad581b9e859" providerId="ADAL" clId="{2DEFB776-915C-4E62-805B-E50DEF042678}" dt="2026-01-10T07:08:13.542" v="8533"/>
          <ac:picMkLst>
            <pc:docMk/>
            <pc:sldMk cId="2308650" sldId="270"/>
            <ac:picMk id="1142" creationId="{05287DDD-D01C-B70E-A02F-271E6BA31B45}"/>
          </ac:picMkLst>
        </pc:picChg>
        <pc:cxnChg chg="add mod ord">
          <ac:chgData name="Zhengtao Gan" userId="bc97cd63-5d64-4c71-aced-8ad581b9e859" providerId="ADAL" clId="{2DEFB776-915C-4E62-805B-E50DEF042678}" dt="2026-01-04T23:53:44.092" v="7488" actId="1036"/>
          <ac:cxnSpMkLst>
            <pc:docMk/>
            <pc:sldMk cId="2308650" sldId="270"/>
            <ac:cxnSpMk id="8" creationId="{CB733753-0964-4E76-A053-9891D638CC83}"/>
          </ac:cxnSpMkLst>
        </pc:cxnChg>
        <pc:cxnChg chg="add mod ord">
          <ac:chgData name="Zhengtao Gan" userId="bc97cd63-5d64-4c71-aced-8ad581b9e859" providerId="ADAL" clId="{2DEFB776-915C-4E62-805B-E50DEF042678}" dt="2026-01-04T23:49:05.897" v="7365" actId="166"/>
          <ac:cxnSpMkLst>
            <pc:docMk/>
            <pc:sldMk cId="2308650" sldId="270"/>
            <ac:cxnSpMk id="9" creationId="{987DD1FD-7348-0093-B500-84E4AF91A2AE}"/>
          </ac:cxnSpMkLst>
        </pc:cxnChg>
        <pc:cxnChg chg="add mod ord">
          <ac:chgData name="Zhengtao Gan" userId="bc97cd63-5d64-4c71-aced-8ad581b9e859" providerId="ADAL" clId="{2DEFB776-915C-4E62-805B-E50DEF042678}" dt="2026-01-04T23:49:05.897" v="7365" actId="166"/>
          <ac:cxnSpMkLst>
            <pc:docMk/>
            <pc:sldMk cId="2308650" sldId="270"/>
            <ac:cxnSpMk id="10" creationId="{9C766812-D847-6C4E-9CA4-E1906D7A84DB}"/>
          </ac:cxnSpMkLst>
        </pc:cxnChg>
        <pc:cxnChg chg="add mod">
          <ac:chgData name="Zhengtao Gan" userId="bc97cd63-5d64-4c71-aced-8ad581b9e859" providerId="ADAL" clId="{2DEFB776-915C-4E62-805B-E50DEF042678}" dt="2026-01-10T07:08:26" v="8534" actId="14100"/>
          <ac:cxnSpMkLst>
            <pc:docMk/>
            <pc:sldMk cId="2308650" sldId="270"/>
            <ac:cxnSpMk id="1030" creationId="{56CC4012-405F-95F0-1D90-111B03167E11}"/>
          </ac:cxnSpMkLst>
        </pc:cxnChg>
        <pc:cxnChg chg="add mod">
          <ac:chgData name="Zhengtao Gan" userId="bc97cd63-5d64-4c71-aced-8ad581b9e859" providerId="ADAL" clId="{2DEFB776-915C-4E62-805B-E50DEF042678}" dt="2026-01-10T07:08:26" v="8534" actId="14100"/>
          <ac:cxnSpMkLst>
            <pc:docMk/>
            <pc:sldMk cId="2308650" sldId="270"/>
            <ac:cxnSpMk id="1031" creationId="{BD07F40B-0CC6-45F4-627B-19736E969C7B}"/>
          </ac:cxnSpMkLst>
        </pc:cxnChg>
        <pc:cxnChg chg="add mod">
          <ac:chgData name="Zhengtao Gan" userId="bc97cd63-5d64-4c71-aced-8ad581b9e859" providerId="ADAL" clId="{2DEFB776-915C-4E62-805B-E50DEF042678}" dt="2026-01-10T07:08:26" v="8534" actId="14100"/>
          <ac:cxnSpMkLst>
            <pc:docMk/>
            <pc:sldMk cId="2308650" sldId="270"/>
            <ac:cxnSpMk id="1035" creationId="{5D9C043A-FC65-4AF7-AD5E-0E77DDF60C81}"/>
          </ac:cxnSpMkLst>
        </pc:cxnChg>
        <pc:cxnChg chg="add mod">
          <ac:chgData name="Zhengtao Gan" userId="bc97cd63-5d64-4c71-aced-8ad581b9e859" providerId="ADAL" clId="{2DEFB776-915C-4E62-805B-E50DEF042678}" dt="2026-01-10T07:08:26" v="8534" actId="14100"/>
          <ac:cxnSpMkLst>
            <pc:docMk/>
            <pc:sldMk cId="2308650" sldId="270"/>
            <ac:cxnSpMk id="1038" creationId="{765BABD8-CE7D-12D3-417E-77C59387C0C2}"/>
          </ac:cxnSpMkLst>
        </pc:cxnChg>
      </pc:sldChg>
      <pc:sldChg chg="addSp modSp add mod">
        <pc:chgData name="Zhengtao Gan" userId="bc97cd63-5d64-4c71-aced-8ad581b9e859" providerId="ADAL" clId="{2DEFB776-915C-4E62-805B-E50DEF042678}" dt="2026-01-11T23:20:53.805" v="8831" actId="167"/>
        <pc:sldMkLst>
          <pc:docMk/>
          <pc:sldMk cId="970211500" sldId="313"/>
        </pc:sldMkLst>
        <pc:spChg chg="add mod ord">
          <ac:chgData name="Zhengtao Gan" userId="bc97cd63-5d64-4c71-aced-8ad581b9e859" providerId="ADAL" clId="{2DEFB776-915C-4E62-805B-E50DEF042678}" dt="2026-01-11T23:20:53.805" v="8831" actId="167"/>
          <ac:spMkLst>
            <pc:docMk/>
            <pc:sldMk cId="970211500" sldId="313"/>
            <ac:spMk id="2" creationId="{681B91F6-592D-4B29-843E-ABD6C40F1CAD}"/>
          </ac:spMkLst>
        </pc:spChg>
        <pc:spChg chg="mod">
          <ac:chgData name="Zhengtao Gan" userId="bc97cd63-5d64-4c71-aced-8ad581b9e859" providerId="ADAL" clId="{2DEFB776-915C-4E62-805B-E50DEF042678}" dt="2026-01-11T23:13:51.495" v="8686" actId="20577"/>
          <ac:spMkLst>
            <pc:docMk/>
            <pc:sldMk cId="970211500" sldId="313"/>
            <ac:spMk id="6" creationId="{53AD0C15-4ED6-2BE3-15D1-47E7BCACD6D2}"/>
          </ac:spMkLst>
        </pc:spChg>
        <pc:spChg chg="mod">
          <ac:chgData name="Zhengtao Gan" userId="bc97cd63-5d64-4c71-aced-8ad581b9e859" providerId="ADAL" clId="{2DEFB776-915C-4E62-805B-E50DEF042678}" dt="2026-01-11T23:17:26.463" v="8772" actId="20577"/>
          <ac:spMkLst>
            <pc:docMk/>
            <pc:sldMk cId="970211500" sldId="313"/>
            <ac:spMk id="14" creationId="{0288E785-5F78-59DF-C60A-8B9083354120}"/>
          </ac:spMkLst>
        </pc:spChg>
        <pc:spChg chg="mod">
          <ac:chgData name="Zhengtao Gan" userId="bc97cd63-5d64-4c71-aced-8ad581b9e859" providerId="ADAL" clId="{2DEFB776-915C-4E62-805B-E50DEF042678}" dt="2026-01-11T23:13:04.585" v="8605" actId="20577"/>
          <ac:spMkLst>
            <pc:docMk/>
            <pc:sldMk cId="970211500" sldId="313"/>
            <ac:spMk id="21" creationId="{355EDB2E-7247-994C-7F5B-9FEEDB7DF218}"/>
          </ac:spMkLst>
        </pc:spChg>
        <pc:spChg chg="mod">
          <ac:chgData name="Zhengtao Gan" userId="bc97cd63-5d64-4c71-aced-8ad581b9e859" providerId="ADAL" clId="{2DEFB776-915C-4E62-805B-E50DEF042678}" dt="2026-01-11T23:17:21.179" v="8768" actId="20577"/>
          <ac:spMkLst>
            <pc:docMk/>
            <pc:sldMk cId="970211500" sldId="313"/>
            <ac:spMk id="23" creationId="{4D341B3D-BEB3-13B2-D42F-1C5EFA35F3FC}"/>
          </ac:spMkLst>
        </pc:spChg>
        <pc:spChg chg="mod">
          <ac:chgData name="Zhengtao Gan" userId="bc97cd63-5d64-4c71-aced-8ad581b9e859" providerId="ADAL" clId="{2DEFB776-915C-4E62-805B-E50DEF042678}" dt="2026-01-11T23:18:13.921" v="8804" actId="20577"/>
          <ac:spMkLst>
            <pc:docMk/>
            <pc:sldMk cId="970211500" sldId="313"/>
            <ac:spMk id="24" creationId="{53EC3334-B4B5-1423-C03C-4022E9427B2D}"/>
          </ac:spMkLst>
        </pc:spChg>
        <pc:spChg chg="mod">
          <ac:chgData name="Zhengtao Gan" userId="bc97cd63-5d64-4c71-aced-8ad581b9e859" providerId="ADAL" clId="{2DEFB776-915C-4E62-805B-E50DEF042678}" dt="2026-01-11T23:19:15.349" v="8823" actId="6549"/>
          <ac:spMkLst>
            <pc:docMk/>
            <pc:sldMk cId="970211500" sldId="313"/>
            <ac:spMk id="25" creationId="{5960FF10-7620-CF75-B4F5-609548E75DA3}"/>
          </ac:spMkLst>
        </pc:spChg>
      </pc:sldChg>
      <pc:sldChg chg="delSp new mod">
        <pc:chgData name="Zhengtao Gan" userId="bc97cd63-5d64-4c71-aced-8ad581b9e859" providerId="ADAL" clId="{2DEFB776-915C-4E62-805B-E50DEF042678}" dt="2026-01-18T05:08:32.111" v="8833" actId="478"/>
        <pc:sldMkLst>
          <pc:docMk/>
          <pc:sldMk cId="982165844" sldId="314"/>
        </pc:sldMkLst>
        <pc:spChg chg="del">
          <ac:chgData name="Zhengtao Gan" userId="bc97cd63-5d64-4c71-aced-8ad581b9e859" providerId="ADAL" clId="{2DEFB776-915C-4E62-805B-E50DEF042678}" dt="2026-01-18T05:08:32.111" v="8833" actId="478"/>
          <ac:spMkLst>
            <pc:docMk/>
            <pc:sldMk cId="982165844" sldId="314"/>
            <ac:spMk id="2" creationId="{62635E68-8D4F-2DEB-7808-E8973F9C938D}"/>
          </ac:spMkLst>
        </pc:spChg>
        <pc:spChg chg="del">
          <ac:chgData name="Zhengtao Gan" userId="bc97cd63-5d64-4c71-aced-8ad581b9e859" providerId="ADAL" clId="{2DEFB776-915C-4E62-805B-E50DEF042678}" dt="2026-01-18T05:08:32.111" v="8833" actId="478"/>
          <ac:spMkLst>
            <pc:docMk/>
            <pc:sldMk cId="982165844" sldId="314"/>
            <ac:spMk id="3" creationId="{C379D626-8853-CC94-108A-F70835E2A0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FD6166-F3FD-4689-A145-6045D061234A}"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357C7-2C48-4365-BF75-3BC729F30C06}" type="slidenum">
              <a:rPr lang="en-US" smtClean="0"/>
              <a:t>‹#›</a:t>
            </a:fld>
            <a:endParaRPr lang="en-US"/>
          </a:p>
        </p:txBody>
      </p:sp>
    </p:spTree>
    <p:extLst>
      <p:ext uri="{BB962C8B-B14F-4D97-AF65-F5344CB8AC3E}">
        <p14:creationId xmlns:p14="http://schemas.microsoft.com/office/powerpoint/2010/main" val="350160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A9010-8E02-6D4C-9AD7-6257ADA84D19}" type="slidenum">
              <a:rPr kumimoji="1" lang="zh-CN" altLang="en-US" smtClean="0"/>
              <a:t>3</a:t>
            </a:fld>
            <a:endParaRPr kumimoji="1" lang="zh-CN" altLang="en-US"/>
          </a:p>
        </p:txBody>
      </p:sp>
    </p:spTree>
    <p:extLst>
      <p:ext uri="{BB962C8B-B14F-4D97-AF65-F5344CB8AC3E}">
        <p14:creationId xmlns:p14="http://schemas.microsoft.com/office/powerpoint/2010/main" val="3976266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11283-8DB9-54E7-44BF-041A728630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278291-0C7D-2CAD-6048-8A28FD8B2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A0400D-7638-50ED-A57B-2EFFFADE00F2}"/>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5" name="Footer Placeholder 4">
            <a:extLst>
              <a:ext uri="{FF2B5EF4-FFF2-40B4-BE49-F238E27FC236}">
                <a16:creationId xmlns:a16="http://schemas.microsoft.com/office/drawing/2014/main" id="{DE6B46F1-E2B3-CE27-0323-388121141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107AE-83CC-D1DF-E851-160E0E0DFC0E}"/>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659682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320C-A7FB-349F-7F88-BC582A5A39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1BAA2B-9EED-57CB-EAEC-3618BC4E8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606B7C-00DE-F200-C139-547BC09BBC8D}"/>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5" name="Footer Placeholder 4">
            <a:extLst>
              <a:ext uri="{FF2B5EF4-FFF2-40B4-BE49-F238E27FC236}">
                <a16:creationId xmlns:a16="http://schemas.microsoft.com/office/drawing/2014/main" id="{BBC04C62-A500-0FFB-FB39-65763F6D89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BDBA3E-1307-0B10-D8B9-DC27B4EE3996}"/>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1435379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14-E877-C789-AD8D-9E84B26077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68F32D-F617-F2B6-943B-467D866492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C5B66A-BA99-1D88-6CAB-A0FA55EFB982}"/>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5" name="Footer Placeholder 4">
            <a:extLst>
              <a:ext uri="{FF2B5EF4-FFF2-40B4-BE49-F238E27FC236}">
                <a16:creationId xmlns:a16="http://schemas.microsoft.com/office/drawing/2014/main" id="{7EE07332-2763-53B4-3820-217B4072CC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395A20-5CD2-FAB9-10FE-26F1D1A6F6E1}"/>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1494422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A257-1D80-2EAB-3D96-F8F536DEB9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25FEE1-0964-098E-5ADE-46603945F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C9A911-6545-28DB-9C13-232A831EE6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3C9C53-7B9B-08A1-8202-D9323829925C}"/>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6" name="Footer Placeholder 5">
            <a:extLst>
              <a:ext uri="{FF2B5EF4-FFF2-40B4-BE49-F238E27FC236}">
                <a16:creationId xmlns:a16="http://schemas.microsoft.com/office/drawing/2014/main" id="{C9F3C4E5-A1A1-7D6B-02A3-C35329C2B5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21826F-08F2-51F0-35BD-176F4474519D}"/>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3971973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D4281-A697-8A76-F843-C09DD0119F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0F61D-806A-FD1D-5335-A612C39247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07D8EE-9891-56E0-FE57-05CBE063C3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671FC7-4323-81FB-1293-9008F35E2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AEBEB-8DBC-1980-6504-598302E160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D36197-BB64-FDF0-0E2B-1C85677EB41D}"/>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8" name="Footer Placeholder 7">
            <a:extLst>
              <a:ext uri="{FF2B5EF4-FFF2-40B4-BE49-F238E27FC236}">
                <a16:creationId xmlns:a16="http://schemas.microsoft.com/office/drawing/2014/main" id="{7FA7B0B9-58A5-A794-64D4-5DF3EB7A89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33EDD9-E053-AAC8-E804-E8A9375068E3}"/>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709489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6C35B-5E2C-4A80-2CEB-C8D6B78AC4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01FB65-7840-4257-B7D5-B3A72904E765}"/>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4" name="Footer Placeholder 3">
            <a:extLst>
              <a:ext uri="{FF2B5EF4-FFF2-40B4-BE49-F238E27FC236}">
                <a16:creationId xmlns:a16="http://schemas.microsoft.com/office/drawing/2014/main" id="{D8A2958E-BD56-034F-6251-87537AFB69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19D081-B8FE-C9D9-8C51-0AC51050DB0D}"/>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1419391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8A5262-0A71-EA75-C65B-B92DE95DCED8}"/>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3" name="Footer Placeholder 2">
            <a:extLst>
              <a:ext uri="{FF2B5EF4-FFF2-40B4-BE49-F238E27FC236}">
                <a16:creationId xmlns:a16="http://schemas.microsoft.com/office/drawing/2014/main" id="{E4F9B98F-12EA-3525-560D-8387BE2BE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91D3EF-A657-7CCC-39EE-48125C43214B}"/>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539462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71AF2-CA05-7CFE-F3A1-4DE47E26EC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3BCBB2-7920-4899-2C12-901726F4C0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0171E0-3D73-0F77-CB60-CE10B56A9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1FFBC-1237-0D75-81E6-F0F373F99453}"/>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6" name="Footer Placeholder 5">
            <a:extLst>
              <a:ext uri="{FF2B5EF4-FFF2-40B4-BE49-F238E27FC236}">
                <a16:creationId xmlns:a16="http://schemas.microsoft.com/office/drawing/2014/main" id="{12AAAB17-3055-0158-00B3-396ECF0B3A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C5F5-9098-ECD8-BB2D-390F98E8EC30}"/>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261639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DC36-FD6F-BF45-7266-33E801724E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40C94B-F30E-620A-7023-2102F6D5BA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A4463C-5A28-22C4-7C24-0EFE3C061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18A716-D380-4222-EE76-F8E7668117D6}"/>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6" name="Footer Placeholder 5">
            <a:extLst>
              <a:ext uri="{FF2B5EF4-FFF2-40B4-BE49-F238E27FC236}">
                <a16:creationId xmlns:a16="http://schemas.microsoft.com/office/drawing/2014/main" id="{6818AEC3-EA6D-A70A-0FBA-B16C00B10C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C37859-7F70-9C3A-9FCA-A61D9AFA63D8}"/>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2914933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A24B7-F2E6-1F35-48D8-07DBFC0F03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70DFAE-44E8-32B1-30F0-956A51ABC2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FB6409-C52C-E620-F0E1-79A1F75FD28C}"/>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5" name="Footer Placeholder 4">
            <a:extLst>
              <a:ext uri="{FF2B5EF4-FFF2-40B4-BE49-F238E27FC236}">
                <a16:creationId xmlns:a16="http://schemas.microsoft.com/office/drawing/2014/main" id="{733F3B9A-0742-17EC-ECAD-6F8E965B7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B49FBF-7337-A6DD-7F45-C8844503A5A3}"/>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380823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B1A555-CC94-BC3A-F8F9-C10BC4167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B518F8-D501-F369-77DE-42B076AB64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800F0-9711-4846-9AD3-698C135D5C73}"/>
              </a:ext>
            </a:extLst>
          </p:cNvPr>
          <p:cNvSpPr>
            <a:spLocks noGrp="1"/>
          </p:cNvSpPr>
          <p:nvPr>
            <p:ph type="dt" sz="half" idx="10"/>
          </p:nvPr>
        </p:nvSpPr>
        <p:spPr/>
        <p:txBody>
          <a:bodyPr/>
          <a:lstStyle/>
          <a:p>
            <a:fld id="{D0B13FC0-E79F-4029-8256-C729BE555CBF}" type="datetimeFigureOut">
              <a:rPr lang="en-US" smtClean="0"/>
              <a:t>1/17/2026</a:t>
            </a:fld>
            <a:endParaRPr lang="en-US"/>
          </a:p>
        </p:txBody>
      </p:sp>
      <p:sp>
        <p:nvSpPr>
          <p:cNvPr id="5" name="Footer Placeholder 4">
            <a:extLst>
              <a:ext uri="{FF2B5EF4-FFF2-40B4-BE49-F238E27FC236}">
                <a16:creationId xmlns:a16="http://schemas.microsoft.com/office/drawing/2014/main" id="{B788D448-EF4F-9089-A8A2-1AF3E8AFB1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F325E-E1B5-9E9F-35E6-CCC7E39D993F}"/>
              </a:ext>
            </a:extLst>
          </p:cNvPr>
          <p:cNvSpPr>
            <a:spLocks noGrp="1"/>
          </p:cNvSpPr>
          <p:nvPr>
            <p:ph type="sldNum" sz="quarter" idx="12"/>
          </p:nvPr>
        </p:nvSpPr>
        <p:spPr/>
        <p:txBody>
          <a:bodyPr/>
          <a:lstStyle/>
          <a:p>
            <a:fld id="{DE4B670E-A2FD-4323-9556-99EFBBE7916C}" type="slidenum">
              <a:rPr lang="en-US" smtClean="0"/>
              <a:t>‹#›</a:t>
            </a:fld>
            <a:endParaRPr lang="en-US"/>
          </a:p>
        </p:txBody>
      </p:sp>
    </p:spTree>
    <p:extLst>
      <p:ext uri="{BB962C8B-B14F-4D97-AF65-F5344CB8AC3E}">
        <p14:creationId xmlns:p14="http://schemas.microsoft.com/office/powerpoint/2010/main" val="2193716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9BA596-3388-B28B-5B87-90DB94C02B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5FF587-C324-6A08-21B1-8B24E798FC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D27A66-B882-F693-7D5A-48CA78D049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B13FC0-E79F-4029-8256-C729BE555CBF}" type="datetimeFigureOut">
              <a:rPr lang="en-US" smtClean="0"/>
              <a:t>1/17/2026</a:t>
            </a:fld>
            <a:endParaRPr lang="en-US"/>
          </a:p>
        </p:txBody>
      </p:sp>
      <p:sp>
        <p:nvSpPr>
          <p:cNvPr id="5" name="Footer Placeholder 4">
            <a:extLst>
              <a:ext uri="{FF2B5EF4-FFF2-40B4-BE49-F238E27FC236}">
                <a16:creationId xmlns:a16="http://schemas.microsoft.com/office/drawing/2014/main" id="{32A801DF-F1F7-E05B-39B2-BA3BCE895C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5588F4-08E2-9ED5-D5C9-319FE039D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4B670E-A2FD-4323-9556-99EFBBE7916C}" type="slidenum">
              <a:rPr lang="en-US" smtClean="0"/>
              <a:t>‹#›</a:t>
            </a:fld>
            <a:endParaRPr lang="en-US"/>
          </a:p>
        </p:txBody>
      </p:sp>
    </p:spTree>
    <p:extLst>
      <p:ext uri="{BB962C8B-B14F-4D97-AF65-F5344CB8AC3E}">
        <p14:creationId xmlns:p14="http://schemas.microsoft.com/office/powerpoint/2010/main" val="891880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FA444319-3AE0-DC9C-5716-BE01EA952833}"/>
              </a:ext>
            </a:extLst>
          </p:cNvPr>
          <p:cNvSpPr/>
          <p:nvPr/>
        </p:nvSpPr>
        <p:spPr>
          <a:xfrm>
            <a:off x="846666" y="731005"/>
            <a:ext cx="9736667" cy="5390396"/>
          </a:xfrm>
          <a:prstGeom prst="roundRect">
            <a:avLst>
              <a:gd name="adj" fmla="val 2359"/>
            </a:avLst>
          </a:prstGeom>
          <a:solidFill>
            <a:srgbClr val="EDEDED"/>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93" name="Picture 1092" descr="Technology Analysis By Prof. Ahmed Banafa: The Rise of Physical AI:  Bridging Artificial Intelligence with the Tangible World">
            <a:extLst>
              <a:ext uri="{FF2B5EF4-FFF2-40B4-BE49-F238E27FC236}">
                <a16:creationId xmlns:a16="http://schemas.microsoft.com/office/drawing/2014/main" id="{D96D9584-C9D5-0BB5-FDF4-7FCE09FBD8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1712" t="-125266" r="-1"/>
          <a:stretch>
            <a:fillRect/>
          </a:stretch>
        </p:blipFill>
        <p:spPr bwMode="auto">
          <a:xfrm>
            <a:off x="5532100" y="2390985"/>
            <a:ext cx="4528075" cy="2414981"/>
          </a:xfrm>
          <a:custGeom>
            <a:avLst/>
            <a:gdLst>
              <a:gd name="csX0" fmla="*/ 2367412 w 3606235"/>
              <a:gd name="csY0" fmla="*/ 1099171 h 2281272"/>
              <a:gd name="csX1" fmla="*/ 3606235 w 3606235"/>
              <a:gd name="csY1" fmla="*/ 1099171 h 2281272"/>
              <a:gd name="csX2" fmla="*/ 3606235 w 3606235"/>
              <a:gd name="csY2" fmla="*/ 2281272 h 2281272"/>
              <a:gd name="csX3" fmla="*/ 1833949 w 3606235"/>
              <a:gd name="csY3" fmla="*/ 2281272 h 2281272"/>
              <a:gd name="csX4" fmla="*/ 1833949 w 3606235"/>
              <a:gd name="csY4" fmla="*/ 1921648 h 2281272"/>
              <a:gd name="csX5" fmla="*/ 1937005 w 3606235"/>
              <a:gd name="csY5" fmla="*/ 1809976 h 2281272"/>
              <a:gd name="csX6" fmla="*/ 2212713 w 3606235"/>
              <a:gd name="csY6" fmla="*/ 1422424 h 2281272"/>
              <a:gd name="csX7" fmla="*/ 2354498 w 3606235"/>
              <a:gd name="csY7" fmla="*/ 1136440 h 2281272"/>
              <a:gd name="csX8" fmla="*/ 0 w 3606235"/>
              <a:gd name="csY8" fmla="*/ 0 h 2281272"/>
              <a:gd name="csX9" fmla="*/ 2532480 w 3606235"/>
              <a:gd name="csY9" fmla="*/ 5849 h 2281272"/>
              <a:gd name="csX10" fmla="*/ 2533858 w 3606235"/>
              <a:gd name="csY10" fmla="*/ 61644 h 2281272"/>
              <a:gd name="csX11" fmla="*/ 2525454 w 3606235"/>
              <a:gd name="csY11" fmla="*/ 182340 h 2281272"/>
              <a:gd name="csX12" fmla="*/ 102588 w 3606235"/>
              <a:gd name="csY12" fmla="*/ 176744 h 2281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606235" h="2281272">
                <a:moveTo>
                  <a:pt x="2367412" y="1099171"/>
                </a:moveTo>
                <a:lnTo>
                  <a:pt x="3606235" y="1099171"/>
                </a:lnTo>
                <a:lnTo>
                  <a:pt x="3606235" y="2281272"/>
                </a:lnTo>
                <a:lnTo>
                  <a:pt x="1833949" y="2281272"/>
                </a:lnTo>
                <a:lnTo>
                  <a:pt x="1833949" y="1921648"/>
                </a:lnTo>
                <a:lnTo>
                  <a:pt x="1937005" y="1809976"/>
                </a:lnTo>
                <a:cubicBezTo>
                  <a:pt x="2039239" y="1691968"/>
                  <a:pt x="2131773" y="1562617"/>
                  <a:pt x="2212713" y="1422424"/>
                </a:cubicBezTo>
                <a:cubicBezTo>
                  <a:pt x="2266673" y="1328962"/>
                  <a:pt x="2313884" y="1233448"/>
                  <a:pt x="2354498" y="1136440"/>
                </a:cubicBezTo>
                <a:close/>
                <a:moveTo>
                  <a:pt x="0" y="0"/>
                </a:moveTo>
                <a:lnTo>
                  <a:pt x="2532480" y="5849"/>
                </a:lnTo>
                <a:lnTo>
                  <a:pt x="2533858" y="61644"/>
                </a:lnTo>
                <a:lnTo>
                  <a:pt x="2525454" y="182340"/>
                </a:lnTo>
                <a:lnTo>
                  <a:pt x="102588" y="176744"/>
                </a:lnTo>
                <a:close/>
              </a:path>
            </a:pathLst>
          </a:custGeom>
          <a:noFill/>
          <a:extLst>
            <a:ext uri="{909E8E84-426E-40DD-AFC4-6F175D3DCCD1}">
              <a14:hiddenFill xmlns:a14="http://schemas.microsoft.com/office/drawing/2010/main">
                <a:solidFill>
                  <a:srgbClr val="FFFFFF"/>
                </a:solidFill>
              </a14:hiddenFill>
            </a:ext>
          </a:extLst>
        </p:spPr>
      </p:pic>
      <p:pic>
        <p:nvPicPr>
          <p:cNvPr id="1054" name="Picture 1053" descr="A diagram of a spiral&#10;&#10;AI-generated content may be incorrect.">
            <a:extLst>
              <a:ext uri="{FF2B5EF4-FFF2-40B4-BE49-F238E27FC236}">
                <a16:creationId xmlns:a16="http://schemas.microsoft.com/office/drawing/2014/main" id="{D7A07384-DDF7-964C-4851-A42308B1D5ED}"/>
              </a:ext>
            </a:extLst>
          </p:cNvPr>
          <p:cNvPicPr>
            <a:picLocks noChangeAspect="1"/>
          </p:cNvPicPr>
          <p:nvPr/>
        </p:nvPicPr>
        <p:blipFill>
          <a:blip r:embed="rId3"/>
          <a:srcRect t="7724"/>
          <a:stretch>
            <a:fillRect/>
          </a:stretch>
        </p:blipFill>
        <p:spPr>
          <a:xfrm>
            <a:off x="9373671" y="2350071"/>
            <a:ext cx="941413" cy="1058722"/>
          </a:xfrm>
          <a:prstGeom prst="rect">
            <a:avLst/>
          </a:prstGeom>
        </p:spPr>
      </p:pic>
      <p:pic>
        <p:nvPicPr>
          <p:cNvPr id="1081" name="Picture 1080" descr="Fig. 4">
            <a:extLst>
              <a:ext uri="{FF2B5EF4-FFF2-40B4-BE49-F238E27FC236}">
                <a16:creationId xmlns:a16="http://schemas.microsoft.com/office/drawing/2014/main" id="{2DA9DB47-BD81-3C69-1713-AC50DD8A28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112" t="-1" r="-1" b="-27687"/>
          <a:stretch>
            <a:fillRect/>
          </a:stretch>
        </p:blipFill>
        <p:spPr bwMode="auto">
          <a:xfrm>
            <a:off x="8009815" y="1010705"/>
            <a:ext cx="2362858" cy="1686183"/>
          </a:xfrm>
          <a:custGeom>
            <a:avLst/>
            <a:gdLst>
              <a:gd name="csX0" fmla="*/ 0 w 2034968"/>
              <a:gd name="csY0" fmla="*/ 0 h 1320574"/>
              <a:gd name="csX1" fmla="*/ 2034968 w 2034968"/>
              <a:gd name="csY1" fmla="*/ 0 h 1320574"/>
              <a:gd name="csX2" fmla="*/ 2034968 w 2034968"/>
              <a:gd name="csY2" fmla="*/ 1320574 h 1320574"/>
              <a:gd name="csX3" fmla="*/ 622017 w 2034968"/>
              <a:gd name="csY3" fmla="*/ 1320574 h 1320574"/>
              <a:gd name="csX4" fmla="*/ 513693 w 2034968"/>
              <a:gd name="csY4" fmla="*/ 1229201 h 1320574"/>
              <a:gd name="csX5" fmla="*/ 264362 w 2034968"/>
              <a:gd name="csY5" fmla="*/ 1055501 h 1320574"/>
              <a:gd name="csX6" fmla="*/ 215353 w 2034968"/>
              <a:gd name="csY6" fmla="*/ 1028797 h 1320574"/>
              <a:gd name="csX7" fmla="*/ 45996 w 2034968"/>
              <a:gd name="csY7" fmla="*/ 1320574 h 1320574"/>
              <a:gd name="csX8" fmla="*/ 34668 w 2034968"/>
              <a:gd name="csY8" fmla="*/ 1320574 h 1320574"/>
              <a:gd name="csX9" fmla="*/ 198364 w 2034968"/>
              <a:gd name="csY9" fmla="*/ 1035903 h 1320574"/>
              <a:gd name="csX10" fmla="*/ 119060 w 2034968"/>
              <a:gd name="csY10" fmla="*/ 987531 h 1320574"/>
              <a:gd name="csX11" fmla="*/ 0 w 2034968"/>
              <a:gd name="csY11" fmla="*/ 927223 h 13205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34968" h="1320574">
                <a:moveTo>
                  <a:pt x="0" y="0"/>
                </a:moveTo>
                <a:lnTo>
                  <a:pt x="2034968" y="0"/>
                </a:lnTo>
                <a:lnTo>
                  <a:pt x="2034968" y="1320574"/>
                </a:lnTo>
                <a:lnTo>
                  <a:pt x="622017" y="1320574"/>
                </a:lnTo>
                <a:lnTo>
                  <a:pt x="513693" y="1229201"/>
                </a:lnTo>
                <a:cubicBezTo>
                  <a:pt x="433866" y="1165987"/>
                  <a:pt x="350568" y="1108038"/>
                  <a:pt x="264362" y="1055501"/>
                </a:cubicBezTo>
                <a:lnTo>
                  <a:pt x="215353" y="1028797"/>
                </a:lnTo>
                <a:lnTo>
                  <a:pt x="45996" y="1320574"/>
                </a:lnTo>
                <a:lnTo>
                  <a:pt x="34668" y="1320574"/>
                </a:lnTo>
                <a:lnTo>
                  <a:pt x="198364" y="1035903"/>
                </a:lnTo>
                <a:lnTo>
                  <a:pt x="119060" y="987531"/>
                </a:lnTo>
                <a:lnTo>
                  <a:pt x="0" y="927223"/>
                </a:lnTo>
                <a:close/>
              </a:path>
            </a:pathLst>
          </a:custGeom>
          <a:noFill/>
          <a:extLst>
            <a:ext uri="{909E8E84-426E-40DD-AFC4-6F175D3DCCD1}">
              <a14:hiddenFill xmlns:a14="http://schemas.microsoft.com/office/drawing/2010/main">
                <a:solidFill>
                  <a:srgbClr val="FFFFFF"/>
                </a:solidFill>
              </a14:hiddenFill>
            </a:ext>
          </a:extLst>
        </p:spPr>
      </p:pic>
      <p:pic>
        <p:nvPicPr>
          <p:cNvPr id="1142" name="Picture 1141">
            <a:extLst>
              <a:ext uri="{FF2B5EF4-FFF2-40B4-BE49-F238E27FC236}">
                <a16:creationId xmlns:a16="http://schemas.microsoft.com/office/drawing/2014/main" id="{05287DDD-D01C-B70E-A02F-271E6BA31B45}"/>
              </a:ext>
            </a:extLst>
          </p:cNvPr>
          <p:cNvPicPr>
            <a:picLocks noChangeAspect="1"/>
          </p:cNvPicPr>
          <p:nvPr/>
        </p:nvPicPr>
        <p:blipFill>
          <a:blip r:embed="rId5"/>
          <a:srcRect l="-913" t="-1241" r="-10713" b="-44123"/>
          <a:stretch>
            <a:fillRect/>
          </a:stretch>
        </p:blipFill>
        <p:spPr>
          <a:xfrm>
            <a:off x="913406" y="1266598"/>
            <a:ext cx="2973368" cy="1653730"/>
          </a:xfrm>
          <a:custGeom>
            <a:avLst/>
            <a:gdLst>
              <a:gd name="csX0" fmla="*/ 0 w 2973368"/>
              <a:gd name="csY0" fmla="*/ 0 h 1653730"/>
              <a:gd name="csX1" fmla="*/ 2973368 w 2973368"/>
              <a:gd name="csY1" fmla="*/ 0 h 1653730"/>
              <a:gd name="csX2" fmla="*/ 2973368 w 2973368"/>
              <a:gd name="csY2" fmla="*/ 426707 h 1653730"/>
              <a:gd name="csX3" fmla="*/ 2850007 w 2973368"/>
              <a:gd name="csY3" fmla="*/ 562570 h 1653730"/>
              <a:gd name="csX4" fmla="*/ 2475385 w 2973368"/>
              <a:gd name="csY4" fmla="*/ 1180628 h 1653730"/>
              <a:gd name="csX5" fmla="*/ 2407871 w 2973368"/>
              <a:gd name="csY5" fmla="*/ 1365270 h 1653730"/>
              <a:gd name="csX6" fmla="*/ 2306943 w 2973368"/>
              <a:gd name="csY6" fmla="*/ 1452056 h 1653730"/>
              <a:gd name="csX7" fmla="*/ 2147139 w 2973368"/>
              <a:gd name="csY7" fmla="*/ 1612118 h 1653730"/>
              <a:gd name="csX8" fmla="*/ 2112095 w 2973368"/>
              <a:gd name="csY8" fmla="*/ 1653730 h 1653730"/>
              <a:gd name="csX9" fmla="*/ 0 w 2973368"/>
              <a:gd name="csY9" fmla="*/ 1653730 h 16537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973368" h="1653730">
                <a:moveTo>
                  <a:pt x="0" y="0"/>
                </a:moveTo>
                <a:lnTo>
                  <a:pt x="2973368" y="0"/>
                </a:lnTo>
                <a:lnTo>
                  <a:pt x="2973368" y="426707"/>
                </a:lnTo>
                <a:lnTo>
                  <a:pt x="2850007" y="562570"/>
                </a:lnTo>
                <a:cubicBezTo>
                  <a:pt x="2697077" y="748058"/>
                  <a:pt x="2570317" y="955965"/>
                  <a:pt x="2475385" y="1180628"/>
                </a:cubicBezTo>
                <a:lnTo>
                  <a:pt x="2407871" y="1365270"/>
                </a:lnTo>
                <a:lnTo>
                  <a:pt x="2306943" y="1452056"/>
                </a:lnTo>
                <a:cubicBezTo>
                  <a:pt x="2252178" y="1502938"/>
                  <a:pt x="2198877" y="1556335"/>
                  <a:pt x="2147139" y="1612118"/>
                </a:cubicBezTo>
                <a:lnTo>
                  <a:pt x="2112095" y="1653730"/>
                </a:lnTo>
                <a:lnTo>
                  <a:pt x="0" y="1653730"/>
                </a:lnTo>
                <a:close/>
              </a:path>
            </a:pathLst>
          </a:custGeom>
        </p:spPr>
      </p:pic>
      <p:pic>
        <p:nvPicPr>
          <p:cNvPr id="1042" name="Picture 1041">
            <a:extLst>
              <a:ext uri="{FF2B5EF4-FFF2-40B4-BE49-F238E27FC236}">
                <a16:creationId xmlns:a16="http://schemas.microsoft.com/office/drawing/2014/main" id="{C1BB8F2B-21CD-BEB9-F1A4-BB621D4F9B7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959601" y="2285156"/>
            <a:ext cx="1254797" cy="1154413"/>
          </a:xfrm>
          <a:prstGeom prst="rect">
            <a:avLst/>
          </a:prstGeom>
        </p:spPr>
      </p:pic>
      <p:sp>
        <p:nvSpPr>
          <p:cNvPr id="6" name="Oval 5">
            <a:extLst>
              <a:ext uri="{FF2B5EF4-FFF2-40B4-BE49-F238E27FC236}">
                <a16:creationId xmlns:a16="http://schemas.microsoft.com/office/drawing/2014/main" id="{91970AA9-02B1-E4BF-4BB9-59FC4B1007BB}"/>
              </a:ext>
            </a:extLst>
          </p:cNvPr>
          <p:cNvSpPr/>
          <p:nvPr/>
        </p:nvSpPr>
        <p:spPr>
          <a:xfrm>
            <a:off x="3179430" y="914586"/>
            <a:ext cx="5029200" cy="5028827"/>
          </a:xfrm>
          <a:prstGeom prst="ellipse">
            <a:avLst/>
          </a:prstGeom>
          <a:noFill/>
          <a:ln w="444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C28E74B-E7D4-685D-60AE-9363BE8E4676}"/>
              </a:ext>
            </a:extLst>
          </p:cNvPr>
          <p:cNvSpPr txBox="1"/>
          <p:nvPr/>
        </p:nvSpPr>
        <p:spPr>
          <a:xfrm>
            <a:off x="959217" y="553960"/>
            <a:ext cx="2742576" cy="306467"/>
          </a:xfrm>
          <a:prstGeom prst="roundRect">
            <a:avLst/>
          </a:prstGeom>
          <a:solidFill>
            <a:schemeClr val="bg1"/>
          </a:solidFill>
          <a:ln w="19050">
            <a:solidFill>
              <a:schemeClr val="bg1">
                <a:lumMod val="75000"/>
              </a:schemeClr>
            </a:solidFill>
          </a:ln>
        </p:spPr>
        <p:txBody>
          <a:bodyPr wrap="square" rtlCol="0">
            <a:spAutoFit/>
          </a:bodyPr>
          <a:lstStyle/>
          <a:p>
            <a:r>
              <a:rPr lang="en-US" sz="1200" dirty="0">
                <a:latin typeface="Arial" panose="020B0604020202020204" pitchFamily="34" charset="0"/>
                <a:cs typeface="Arial" panose="020B0604020202020204" pitchFamily="34" charset="0"/>
              </a:rPr>
              <a:t>Research Directions and Applications</a:t>
            </a:r>
            <a:endParaRPr lang="en-US" sz="16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EC90970E-3DBB-DD61-D0E4-9C96EBE4EEE6}"/>
              </a:ext>
            </a:extLst>
          </p:cNvPr>
          <p:cNvSpPr txBox="1"/>
          <p:nvPr/>
        </p:nvSpPr>
        <p:spPr>
          <a:xfrm>
            <a:off x="961590" y="813979"/>
            <a:ext cx="3473018"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Scaling Laws in Engineering</a:t>
            </a:r>
          </a:p>
        </p:txBody>
      </p:sp>
      <p:sp>
        <p:nvSpPr>
          <p:cNvPr id="20" name="TextBox 19">
            <a:extLst>
              <a:ext uri="{FF2B5EF4-FFF2-40B4-BE49-F238E27FC236}">
                <a16:creationId xmlns:a16="http://schemas.microsoft.com/office/drawing/2014/main" id="{FCE03252-9CB3-F6B8-4407-032B5D311CD7}"/>
              </a:ext>
            </a:extLst>
          </p:cNvPr>
          <p:cNvSpPr txBox="1"/>
          <p:nvPr/>
        </p:nvSpPr>
        <p:spPr>
          <a:xfrm>
            <a:off x="6516738" y="706596"/>
            <a:ext cx="4032729"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Data-driven Discovery of Governing Equation</a:t>
            </a:r>
            <a:endParaRPr lang="en-US" b="1"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1404CE9-81A7-F2BE-3DA7-FCA8660B0BD6}"/>
              </a:ext>
            </a:extLst>
          </p:cNvPr>
          <p:cNvSpPr txBox="1"/>
          <p:nvPr/>
        </p:nvSpPr>
        <p:spPr>
          <a:xfrm>
            <a:off x="1044310" y="3450766"/>
            <a:ext cx="1926705"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Theoretical Physics</a:t>
            </a:r>
            <a:endParaRPr lang="en-US" b="1"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9B29BDBC-E371-D2F5-65E2-423AE8430463}"/>
              </a:ext>
            </a:extLst>
          </p:cNvPr>
          <p:cNvSpPr txBox="1"/>
          <p:nvPr/>
        </p:nvSpPr>
        <p:spPr>
          <a:xfrm>
            <a:off x="8311221" y="3446149"/>
            <a:ext cx="1987862"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Symmetry-aware AI</a:t>
            </a:r>
            <a:endParaRPr lang="en-US" b="1" dirty="0">
              <a:latin typeface="Arial" panose="020B0604020202020204" pitchFamily="34" charset="0"/>
              <a:cs typeface="Arial" panose="020B0604020202020204" pitchFamily="34" charset="0"/>
            </a:endParaRPr>
          </a:p>
        </p:txBody>
      </p:sp>
      <p:sp>
        <p:nvSpPr>
          <p:cNvPr id="26" name="Freeform: Shape 25">
            <a:extLst>
              <a:ext uri="{FF2B5EF4-FFF2-40B4-BE49-F238E27FC236}">
                <a16:creationId xmlns:a16="http://schemas.microsoft.com/office/drawing/2014/main" id="{84D5D169-96FF-C57B-E42A-5097A2BB2D36}"/>
              </a:ext>
            </a:extLst>
          </p:cNvPr>
          <p:cNvSpPr/>
          <p:nvPr/>
        </p:nvSpPr>
        <p:spPr>
          <a:xfrm>
            <a:off x="4436297" y="923877"/>
            <a:ext cx="2514600" cy="2528706"/>
          </a:xfrm>
          <a:custGeom>
            <a:avLst/>
            <a:gdLst>
              <a:gd name="csX0" fmla="*/ 1246493 w 2524724"/>
              <a:gd name="csY0" fmla="*/ 0 h 2528706"/>
              <a:gd name="csX1" fmla="*/ 2445101 w 2524724"/>
              <a:gd name="csY1" fmla="*/ 303499 h 2528706"/>
              <a:gd name="csX2" fmla="*/ 2524724 w 2524724"/>
              <a:gd name="csY2" fmla="*/ 351871 h 2528706"/>
              <a:gd name="csX3" fmla="*/ 1267928 w 2524724"/>
              <a:gd name="csY3" fmla="*/ 2528706 h 2528706"/>
              <a:gd name="csX4" fmla="*/ 0 w 2524724"/>
              <a:gd name="csY4" fmla="*/ 332590 h 2528706"/>
              <a:gd name="csX5" fmla="*/ 47886 w 2524724"/>
              <a:gd name="csY5" fmla="*/ 303499 h 2528706"/>
              <a:gd name="csX6" fmla="*/ 1246493 w 2524724"/>
              <a:gd name="csY6" fmla="*/ 0 h 2528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4724" h="2528706">
                <a:moveTo>
                  <a:pt x="1246493" y="0"/>
                </a:moveTo>
                <a:cubicBezTo>
                  <a:pt x="1680486" y="0"/>
                  <a:pt x="2088799" y="109944"/>
                  <a:pt x="2445101" y="303499"/>
                </a:cubicBezTo>
                <a:lnTo>
                  <a:pt x="2524724" y="351871"/>
                </a:lnTo>
                <a:lnTo>
                  <a:pt x="1267928" y="2528706"/>
                </a:lnTo>
                <a:lnTo>
                  <a:pt x="0" y="332590"/>
                </a:lnTo>
                <a:lnTo>
                  <a:pt x="47886" y="303499"/>
                </a:lnTo>
                <a:cubicBezTo>
                  <a:pt x="404188" y="109944"/>
                  <a:pt x="812501" y="0"/>
                  <a:pt x="1246493" y="0"/>
                </a:cubicBezTo>
                <a:close/>
              </a:path>
            </a:pathLst>
          </a:custGeom>
          <a:solidFill>
            <a:srgbClr val="C00000">
              <a:alpha val="7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highlight>
                <a:srgbClr val="FFFF00"/>
              </a:highlight>
            </a:endParaRPr>
          </a:p>
        </p:txBody>
      </p:sp>
      <p:sp>
        <p:nvSpPr>
          <p:cNvPr id="11" name="TextBox 10">
            <a:extLst>
              <a:ext uri="{FF2B5EF4-FFF2-40B4-BE49-F238E27FC236}">
                <a16:creationId xmlns:a16="http://schemas.microsoft.com/office/drawing/2014/main" id="{0685FDBF-805B-72AA-0E23-19800814CB3E}"/>
              </a:ext>
            </a:extLst>
          </p:cNvPr>
          <p:cNvSpPr txBox="1"/>
          <p:nvPr/>
        </p:nvSpPr>
        <p:spPr>
          <a:xfrm>
            <a:off x="4867178" y="975619"/>
            <a:ext cx="1653702" cy="1200329"/>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Discover Symmetries from Data</a:t>
            </a:r>
          </a:p>
          <a:p>
            <a:pPr algn="ctr"/>
            <a:r>
              <a:rPr lang="en-US" dirty="0">
                <a:solidFill>
                  <a:schemeClr val="bg1"/>
                </a:solidFill>
                <a:latin typeface="Arial" panose="020B0604020202020204" pitchFamily="34" charset="0"/>
                <a:cs typeface="Arial" panose="020B0604020202020204" pitchFamily="34" charset="0"/>
              </a:rPr>
              <a:t> </a:t>
            </a:r>
            <a:r>
              <a:rPr lang="en-US" altLang="zh-CN" sz="1400" i="1" dirty="0" err="1">
                <a:solidFill>
                  <a:schemeClr val="bg1"/>
                </a:solidFill>
                <a:latin typeface="Arial" panose="020B0604020202020204" pitchFamily="34" charset="0"/>
                <a:cs typeface="Arial" panose="020B0604020202020204" pitchFamily="34" charset="0"/>
              </a:rPr>
              <a:t>PyDimension</a:t>
            </a:r>
            <a:endParaRPr lang="en-US"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76C3660-84E4-7A0A-D4A0-126AD56164D4}"/>
              </a:ext>
            </a:extLst>
          </p:cNvPr>
          <p:cNvSpPr txBox="1"/>
          <p:nvPr/>
        </p:nvSpPr>
        <p:spPr>
          <a:xfrm>
            <a:off x="3425172" y="1713760"/>
            <a:ext cx="1653702" cy="584775"/>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Scaling Symmetry</a:t>
            </a:r>
            <a:endParaRPr lang="en-US"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6E99DDC-F1AE-DADD-67DA-7C853592ED52}"/>
                  </a:ext>
                </a:extLst>
              </p:cNvPr>
              <p:cNvSpPr txBox="1"/>
              <p:nvPr/>
            </p:nvSpPr>
            <p:spPr>
              <a:xfrm>
                <a:off x="3482293" y="2325519"/>
                <a:ext cx="15394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𝜆</m:t>
                          </m:r>
                          <m:r>
                            <a:rPr lang="en-US" sz="1600" b="0" i="1" smtClean="0">
                              <a:latin typeface="Cambria Math" panose="02040503050406030204" pitchFamily="18" charset="0"/>
                            </a:rPr>
                            <m:t>𝑥</m:t>
                          </m:r>
                        </m:e>
                      </m:d>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𝜆</m:t>
                          </m:r>
                        </m:e>
                        <m:sup>
                          <m:r>
                            <a:rPr lang="en-US" sz="1600" b="0" i="1" smtClean="0">
                              <a:latin typeface="Cambria Math" panose="02040503050406030204" pitchFamily="18" charset="0"/>
                            </a:rPr>
                            <m:t>−</m:t>
                          </m:r>
                          <m:r>
                            <a:rPr lang="en-US" sz="1600" b="0" i="1" smtClean="0">
                              <a:latin typeface="Cambria Math" panose="02040503050406030204" pitchFamily="18" charset="0"/>
                            </a:rPr>
                            <m:t>𝑎</m:t>
                          </m:r>
                        </m:sup>
                      </m:sSup>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oMath>
                  </m:oMathPara>
                </a14:m>
                <a:endParaRPr lang="en-US" sz="1600" dirty="0"/>
              </a:p>
            </p:txBody>
          </p:sp>
        </mc:Choice>
        <mc:Fallback xmlns="">
          <p:sp>
            <p:nvSpPr>
              <p:cNvPr id="27" name="TextBox 26">
                <a:extLst>
                  <a:ext uri="{FF2B5EF4-FFF2-40B4-BE49-F238E27FC236}">
                    <a16:creationId xmlns:a16="http://schemas.microsoft.com/office/drawing/2014/main" id="{A6E99DDC-F1AE-DADD-67DA-7C853592ED52}"/>
                  </a:ext>
                </a:extLst>
              </p:cNvPr>
              <p:cNvSpPr txBox="1">
                <a:spLocks noRot="1" noChangeAspect="1" noMove="1" noResize="1" noEditPoints="1" noAdjustHandles="1" noChangeArrowheads="1" noChangeShapeType="1" noTextEdit="1"/>
              </p:cNvSpPr>
              <p:nvPr/>
            </p:nvSpPr>
            <p:spPr>
              <a:xfrm>
                <a:off x="3482293" y="2325519"/>
                <a:ext cx="1539459" cy="246221"/>
              </a:xfrm>
              <a:prstGeom prst="rect">
                <a:avLst/>
              </a:prstGeom>
              <a:blipFill>
                <a:blip r:embed="rId7"/>
                <a:stretch>
                  <a:fillRect l="-3953" r="-4348" b="-31707"/>
                </a:stretch>
              </a:blipFill>
            </p:spPr>
            <p:txBody>
              <a:bodyPr/>
              <a:lstStyle/>
              <a:p>
                <a:r>
                  <a:rPr lang="en-US">
                    <a:noFill/>
                  </a:rPr>
                  <a:t> </a:t>
                </a:r>
              </a:p>
            </p:txBody>
          </p:sp>
        </mc:Fallback>
      </mc:AlternateContent>
      <p:sp>
        <p:nvSpPr>
          <p:cNvPr id="59" name="Freeform: Shape 58">
            <a:extLst>
              <a:ext uri="{FF2B5EF4-FFF2-40B4-BE49-F238E27FC236}">
                <a16:creationId xmlns:a16="http://schemas.microsoft.com/office/drawing/2014/main" id="{2EE4FE58-CD72-62DD-C768-0F00D58D500B}"/>
              </a:ext>
            </a:extLst>
          </p:cNvPr>
          <p:cNvSpPr/>
          <p:nvPr/>
        </p:nvSpPr>
        <p:spPr>
          <a:xfrm rot="14400000">
            <a:off x="3381836" y="2789461"/>
            <a:ext cx="2511276" cy="2528706"/>
          </a:xfrm>
          <a:custGeom>
            <a:avLst/>
            <a:gdLst>
              <a:gd name="csX0" fmla="*/ 1246493 w 2524724"/>
              <a:gd name="csY0" fmla="*/ 0 h 2528706"/>
              <a:gd name="csX1" fmla="*/ 2445101 w 2524724"/>
              <a:gd name="csY1" fmla="*/ 303499 h 2528706"/>
              <a:gd name="csX2" fmla="*/ 2524724 w 2524724"/>
              <a:gd name="csY2" fmla="*/ 351871 h 2528706"/>
              <a:gd name="csX3" fmla="*/ 1267928 w 2524724"/>
              <a:gd name="csY3" fmla="*/ 2528706 h 2528706"/>
              <a:gd name="csX4" fmla="*/ 0 w 2524724"/>
              <a:gd name="csY4" fmla="*/ 332590 h 2528706"/>
              <a:gd name="csX5" fmla="*/ 47886 w 2524724"/>
              <a:gd name="csY5" fmla="*/ 303499 h 2528706"/>
              <a:gd name="csX6" fmla="*/ 1246493 w 2524724"/>
              <a:gd name="csY6" fmla="*/ 0 h 2528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4724" h="2528706">
                <a:moveTo>
                  <a:pt x="1246493" y="0"/>
                </a:moveTo>
                <a:cubicBezTo>
                  <a:pt x="1680486" y="0"/>
                  <a:pt x="2088799" y="109944"/>
                  <a:pt x="2445101" y="303499"/>
                </a:cubicBezTo>
                <a:lnTo>
                  <a:pt x="2524724" y="351871"/>
                </a:lnTo>
                <a:lnTo>
                  <a:pt x="1267928" y="2528706"/>
                </a:lnTo>
                <a:lnTo>
                  <a:pt x="0" y="332590"/>
                </a:lnTo>
                <a:lnTo>
                  <a:pt x="47886" y="303499"/>
                </a:lnTo>
                <a:cubicBezTo>
                  <a:pt x="404188" y="109944"/>
                  <a:pt x="812501" y="0"/>
                  <a:pt x="1246493" y="0"/>
                </a:cubicBezTo>
                <a:close/>
              </a:path>
            </a:pathLst>
          </a:custGeom>
          <a:solidFill>
            <a:schemeClr val="accent1">
              <a:lumMod val="20000"/>
              <a:lumOff val="80000"/>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highlight>
                <a:srgbClr val="FFFF00"/>
              </a:highlight>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BB4D9BB-171F-4EB6-E7EE-7EF04CE769DC}"/>
                  </a:ext>
                </a:extLst>
              </p:cNvPr>
              <p:cNvSpPr txBox="1"/>
              <p:nvPr/>
            </p:nvSpPr>
            <p:spPr>
              <a:xfrm>
                <a:off x="3424659" y="4028835"/>
                <a:ext cx="148059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r>
                            <a:rPr lang="en-US" sz="1600" b="0" i="1" smtClean="0">
                              <a:latin typeface="Cambria Math" panose="02040503050406030204" pitchFamily="18" charset="0"/>
                            </a:rPr>
                            <m:t>+</m:t>
                          </m:r>
                          <m:r>
                            <a:rPr lang="en-US" sz="1600" b="0" i="1" smtClean="0">
                              <a:latin typeface="Cambria Math" panose="02040503050406030204" pitchFamily="18" charset="0"/>
                            </a:rPr>
                            <m:t>𝑎</m:t>
                          </m:r>
                        </m:e>
                      </m:d>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oMath>
                  </m:oMathPara>
                </a14:m>
                <a:endParaRPr lang="en-US" sz="1600" dirty="0"/>
              </a:p>
            </p:txBody>
          </p:sp>
        </mc:Choice>
        <mc:Fallback xmlns="">
          <p:sp>
            <p:nvSpPr>
              <p:cNvPr id="28" name="TextBox 27">
                <a:extLst>
                  <a:ext uri="{FF2B5EF4-FFF2-40B4-BE49-F238E27FC236}">
                    <a16:creationId xmlns:a16="http://schemas.microsoft.com/office/drawing/2014/main" id="{5BB4D9BB-171F-4EB6-E7EE-7EF04CE769DC}"/>
                  </a:ext>
                </a:extLst>
              </p:cNvPr>
              <p:cNvSpPr txBox="1">
                <a:spLocks noRot="1" noChangeAspect="1" noMove="1" noResize="1" noEditPoints="1" noAdjustHandles="1" noChangeArrowheads="1" noChangeShapeType="1" noTextEdit="1"/>
              </p:cNvSpPr>
              <p:nvPr/>
            </p:nvSpPr>
            <p:spPr>
              <a:xfrm>
                <a:off x="3424659" y="4028835"/>
                <a:ext cx="1480597" cy="246221"/>
              </a:xfrm>
              <a:prstGeom prst="rect">
                <a:avLst/>
              </a:prstGeom>
              <a:blipFill>
                <a:blip r:embed="rId8"/>
                <a:stretch>
                  <a:fillRect l="-4938" r="-4115" b="-325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C5C5A874-33F6-7D1F-718D-3F5EB882C1E4}"/>
              </a:ext>
            </a:extLst>
          </p:cNvPr>
          <p:cNvSpPr txBox="1"/>
          <p:nvPr/>
        </p:nvSpPr>
        <p:spPr>
          <a:xfrm>
            <a:off x="3263088" y="3431204"/>
            <a:ext cx="1653702" cy="584775"/>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Translational Symmetry</a:t>
            </a:r>
            <a:endParaRPr lang="en-US" sz="1600" dirty="0">
              <a:latin typeface="Arial" panose="020B0604020202020204" pitchFamily="34" charset="0"/>
              <a:cs typeface="Arial" panose="020B0604020202020204" pitchFamily="34" charset="0"/>
            </a:endParaRPr>
          </a:p>
        </p:txBody>
      </p:sp>
      <p:sp>
        <p:nvSpPr>
          <p:cNvPr id="60" name="Freeform: Shape 59">
            <a:extLst>
              <a:ext uri="{FF2B5EF4-FFF2-40B4-BE49-F238E27FC236}">
                <a16:creationId xmlns:a16="http://schemas.microsoft.com/office/drawing/2014/main" id="{CA4CE769-0927-5E73-5A1C-7CFE21BDB4DD}"/>
              </a:ext>
            </a:extLst>
          </p:cNvPr>
          <p:cNvSpPr/>
          <p:nvPr/>
        </p:nvSpPr>
        <p:spPr>
          <a:xfrm rot="10800000">
            <a:off x="4423008" y="3402626"/>
            <a:ext cx="2511276" cy="2528706"/>
          </a:xfrm>
          <a:custGeom>
            <a:avLst/>
            <a:gdLst>
              <a:gd name="csX0" fmla="*/ 1246493 w 2524724"/>
              <a:gd name="csY0" fmla="*/ 0 h 2528706"/>
              <a:gd name="csX1" fmla="*/ 2445101 w 2524724"/>
              <a:gd name="csY1" fmla="*/ 303499 h 2528706"/>
              <a:gd name="csX2" fmla="*/ 2524724 w 2524724"/>
              <a:gd name="csY2" fmla="*/ 351871 h 2528706"/>
              <a:gd name="csX3" fmla="*/ 1267928 w 2524724"/>
              <a:gd name="csY3" fmla="*/ 2528706 h 2528706"/>
              <a:gd name="csX4" fmla="*/ 0 w 2524724"/>
              <a:gd name="csY4" fmla="*/ 332590 h 2528706"/>
              <a:gd name="csX5" fmla="*/ 47886 w 2524724"/>
              <a:gd name="csY5" fmla="*/ 303499 h 2528706"/>
              <a:gd name="csX6" fmla="*/ 1246493 w 2524724"/>
              <a:gd name="csY6" fmla="*/ 0 h 2528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4724" h="2528706">
                <a:moveTo>
                  <a:pt x="1246493" y="0"/>
                </a:moveTo>
                <a:cubicBezTo>
                  <a:pt x="1680486" y="0"/>
                  <a:pt x="2088799" y="109944"/>
                  <a:pt x="2445101" y="303499"/>
                </a:cubicBezTo>
                <a:lnTo>
                  <a:pt x="2524724" y="351871"/>
                </a:lnTo>
                <a:lnTo>
                  <a:pt x="1267928" y="2528706"/>
                </a:lnTo>
                <a:lnTo>
                  <a:pt x="0" y="332590"/>
                </a:lnTo>
                <a:lnTo>
                  <a:pt x="47886" y="303499"/>
                </a:lnTo>
                <a:cubicBezTo>
                  <a:pt x="404188" y="109944"/>
                  <a:pt x="812501" y="0"/>
                  <a:pt x="1246493" y="0"/>
                </a:cubicBezTo>
                <a:close/>
              </a:path>
            </a:pathLst>
          </a:custGeom>
          <a:solidFill>
            <a:schemeClr val="accent3">
              <a:lumMod val="20000"/>
              <a:lumOff val="80000"/>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highlight>
                <a:srgbClr val="FFFF00"/>
              </a:highlight>
            </a:endParaRPr>
          </a:p>
        </p:txBody>
      </p:sp>
      <p:sp>
        <p:nvSpPr>
          <p:cNvPr id="62" name="Freeform: Shape 61">
            <a:extLst>
              <a:ext uri="{FF2B5EF4-FFF2-40B4-BE49-F238E27FC236}">
                <a16:creationId xmlns:a16="http://schemas.microsoft.com/office/drawing/2014/main" id="{32039BCF-FA82-6141-4A19-E1DD812FBF10}"/>
              </a:ext>
            </a:extLst>
          </p:cNvPr>
          <p:cNvSpPr/>
          <p:nvPr/>
        </p:nvSpPr>
        <p:spPr>
          <a:xfrm rot="3600000">
            <a:off x="5523840" y="1558017"/>
            <a:ext cx="2511276" cy="2528706"/>
          </a:xfrm>
          <a:custGeom>
            <a:avLst/>
            <a:gdLst>
              <a:gd name="csX0" fmla="*/ 1246493 w 2524724"/>
              <a:gd name="csY0" fmla="*/ 0 h 2528706"/>
              <a:gd name="csX1" fmla="*/ 2445101 w 2524724"/>
              <a:gd name="csY1" fmla="*/ 303499 h 2528706"/>
              <a:gd name="csX2" fmla="*/ 2524724 w 2524724"/>
              <a:gd name="csY2" fmla="*/ 351871 h 2528706"/>
              <a:gd name="csX3" fmla="*/ 1267928 w 2524724"/>
              <a:gd name="csY3" fmla="*/ 2528706 h 2528706"/>
              <a:gd name="csX4" fmla="*/ 0 w 2524724"/>
              <a:gd name="csY4" fmla="*/ 332590 h 2528706"/>
              <a:gd name="csX5" fmla="*/ 47886 w 2524724"/>
              <a:gd name="csY5" fmla="*/ 303499 h 2528706"/>
              <a:gd name="csX6" fmla="*/ 1246493 w 2524724"/>
              <a:gd name="csY6" fmla="*/ 0 h 2528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24724" h="2528706">
                <a:moveTo>
                  <a:pt x="1246493" y="0"/>
                </a:moveTo>
                <a:cubicBezTo>
                  <a:pt x="1680486" y="0"/>
                  <a:pt x="2088799" y="109944"/>
                  <a:pt x="2445101" y="303499"/>
                </a:cubicBezTo>
                <a:lnTo>
                  <a:pt x="2524724" y="351871"/>
                </a:lnTo>
                <a:lnTo>
                  <a:pt x="1267928" y="2528706"/>
                </a:lnTo>
                <a:lnTo>
                  <a:pt x="0" y="332590"/>
                </a:lnTo>
                <a:lnTo>
                  <a:pt x="47886" y="303499"/>
                </a:lnTo>
                <a:cubicBezTo>
                  <a:pt x="404188" y="109944"/>
                  <a:pt x="812501" y="0"/>
                  <a:pt x="1246493" y="0"/>
                </a:cubicBezTo>
                <a:close/>
              </a:path>
            </a:pathLst>
          </a:custGeom>
          <a:solidFill>
            <a:schemeClr val="accent6">
              <a:lumMod val="20000"/>
              <a:lumOff val="80000"/>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highlight>
                <a:srgbClr val="FFFF00"/>
              </a:highlight>
            </a:endParaRPr>
          </a:p>
        </p:txBody>
      </p:sp>
      <p:sp>
        <p:nvSpPr>
          <p:cNvPr id="14" name="TextBox 13">
            <a:extLst>
              <a:ext uri="{FF2B5EF4-FFF2-40B4-BE49-F238E27FC236}">
                <a16:creationId xmlns:a16="http://schemas.microsoft.com/office/drawing/2014/main" id="{72BE8892-6022-A77F-DBBC-75FB6275062D}"/>
              </a:ext>
            </a:extLst>
          </p:cNvPr>
          <p:cNvSpPr txBox="1"/>
          <p:nvPr/>
        </p:nvSpPr>
        <p:spPr>
          <a:xfrm>
            <a:off x="4884702" y="4333025"/>
            <a:ext cx="1653702" cy="584775"/>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Rotational Symmetry</a:t>
            </a: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0B3E9A3-604D-6694-E37A-8D7ADA617F8A}"/>
              </a:ext>
            </a:extLst>
          </p:cNvPr>
          <p:cNvSpPr txBox="1"/>
          <p:nvPr/>
        </p:nvSpPr>
        <p:spPr>
          <a:xfrm>
            <a:off x="6339703" y="1713760"/>
            <a:ext cx="1653702" cy="584775"/>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Boost Symmetry</a:t>
            </a:r>
            <a:endParaRPr lang="en-US" sz="16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226E9ADA-6F5A-968B-97D4-126700BF7F90}"/>
              </a:ext>
            </a:extLst>
          </p:cNvPr>
          <p:cNvSpPr txBox="1"/>
          <p:nvPr/>
        </p:nvSpPr>
        <p:spPr>
          <a:xfrm>
            <a:off x="6299770" y="3482901"/>
            <a:ext cx="1653702" cy="584775"/>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Other</a:t>
            </a:r>
          </a:p>
          <a:p>
            <a:pPr algn="ctr"/>
            <a:r>
              <a:rPr lang="en-US" sz="1600" b="1" dirty="0">
                <a:latin typeface="Arial" panose="020B0604020202020204" pitchFamily="34" charset="0"/>
                <a:cs typeface="Arial" panose="020B0604020202020204" pitchFamily="34" charset="0"/>
              </a:rPr>
              <a:t>Symmetries</a:t>
            </a:r>
            <a:endParaRPr lang="en-US"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9DB0634-F0AE-CB00-F106-17D4673D1B3C}"/>
                  </a:ext>
                </a:extLst>
              </p:cNvPr>
              <p:cNvSpPr txBox="1"/>
              <p:nvPr/>
            </p:nvSpPr>
            <p:spPr>
              <a:xfrm>
                <a:off x="6419576" y="2325519"/>
                <a:ext cx="156074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r>
                            <a:rPr lang="en-US" sz="1600" b="0" i="1" smtClean="0">
                              <a:latin typeface="Cambria Math" panose="02040503050406030204" pitchFamily="18" charset="0"/>
                            </a:rPr>
                            <m:t>−</m:t>
                          </m:r>
                          <m:r>
                            <a:rPr lang="en-US" sz="1600" b="0" i="1" smtClean="0">
                              <a:latin typeface="Cambria Math" panose="02040503050406030204" pitchFamily="18" charset="0"/>
                            </a:rPr>
                            <m:t>𝑣𝑡</m:t>
                          </m:r>
                        </m:e>
                      </m:d>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oMath>
                  </m:oMathPara>
                </a14:m>
                <a:endParaRPr lang="en-US" sz="1600" dirty="0"/>
              </a:p>
            </p:txBody>
          </p:sp>
        </mc:Choice>
        <mc:Fallback xmlns="">
          <p:sp>
            <p:nvSpPr>
              <p:cNvPr id="29" name="TextBox 28">
                <a:extLst>
                  <a:ext uri="{FF2B5EF4-FFF2-40B4-BE49-F238E27FC236}">
                    <a16:creationId xmlns:a16="http://schemas.microsoft.com/office/drawing/2014/main" id="{59DB0634-F0AE-CB00-F106-17D4673D1B3C}"/>
                  </a:ext>
                </a:extLst>
              </p:cNvPr>
              <p:cNvSpPr txBox="1">
                <a:spLocks noRot="1" noChangeAspect="1" noMove="1" noResize="1" noEditPoints="1" noAdjustHandles="1" noChangeArrowheads="1" noChangeShapeType="1" noTextEdit="1"/>
              </p:cNvSpPr>
              <p:nvPr/>
            </p:nvSpPr>
            <p:spPr>
              <a:xfrm>
                <a:off x="6419576" y="2325519"/>
                <a:ext cx="1560748" cy="246221"/>
              </a:xfrm>
              <a:prstGeom prst="rect">
                <a:avLst/>
              </a:prstGeom>
              <a:blipFill>
                <a:blip r:embed="rId9"/>
                <a:stretch>
                  <a:fillRect l="-3906" r="-4688"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053FD78-41E1-2615-6F91-D73D0052FFE6}"/>
                  </a:ext>
                </a:extLst>
              </p:cNvPr>
              <p:cNvSpPr txBox="1"/>
              <p:nvPr/>
            </p:nvSpPr>
            <p:spPr>
              <a:xfrm>
                <a:off x="5069948" y="4909088"/>
                <a:ext cx="124816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𝑅𝑥</m:t>
                          </m:r>
                        </m:e>
                      </m:d>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oMath>
                  </m:oMathPara>
                </a14:m>
                <a:endParaRPr lang="en-US" sz="1600" dirty="0"/>
              </a:p>
            </p:txBody>
          </p:sp>
        </mc:Choice>
        <mc:Fallback xmlns="">
          <p:sp>
            <p:nvSpPr>
              <p:cNvPr id="30" name="TextBox 29">
                <a:extLst>
                  <a:ext uri="{FF2B5EF4-FFF2-40B4-BE49-F238E27FC236}">
                    <a16:creationId xmlns:a16="http://schemas.microsoft.com/office/drawing/2014/main" id="{3053FD78-41E1-2615-6F91-D73D0052FFE6}"/>
                  </a:ext>
                </a:extLst>
              </p:cNvPr>
              <p:cNvSpPr txBox="1">
                <a:spLocks noRot="1" noChangeAspect="1" noMove="1" noResize="1" noEditPoints="1" noAdjustHandles="1" noChangeArrowheads="1" noChangeShapeType="1" noTextEdit="1"/>
              </p:cNvSpPr>
              <p:nvPr/>
            </p:nvSpPr>
            <p:spPr>
              <a:xfrm>
                <a:off x="5069948" y="4909088"/>
                <a:ext cx="1248162" cy="246221"/>
              </a:xfrm>
              <a:prstGeom prst="rect">
                <a:avLst/>
              </a:prstGeom>
              <a:blipFill>
                <a:blip r:embed="rId10"/>
                <a:stretch>
                  <a:fillRect l="-5882" r="-5882" b="-31707"/>
                </a:stretch>
              </a:blipFill>
            </p:spPr>
            <p:txBody>
              <a:bodyPr/>
              <a:lstStyle/>
              <a:p>
                <a:r>
                  <a:rPr lang="en-US">
                    <a:noFill/>
                  </a:rPr>
                  <a:t> </a:t>
                </a:r>
              </a:p>
            </p:txBody>
          </p:sp>
        </mc:Fallback>
      </mc:AlternateContent>
      <p:pic>
        <p:nvPicPr>
          <p:cNvPr id="55" name="Picture 26">
            <a:extLst>
              <a:ext uri="{FF2B5EF4-FFF2-40B4-BE49-F238E27FC236}">
                <a16:creationId xmlns:a16="http://schemas.microsoft.com/office/drawing/2014/main" id="{E645B341-9928-7BD2-DEBC-8A8123F991E3}"/>
              </a:ext>
            </a:extLst>
          </p:cNvPr>
          <p:cNvPicPr>
            <a:picLocks noChangeAspect="1" noChangeArrowheads="1"/>
          </p:cNvPicPr>
          <p:nvPr/>
        </p:nvPicPr>
        <p:blipFill rotWithShape="1">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l="75968" t="5882" r="1"/>
          <a:stretch>
            <a:fillRect/>
          </a:stretch>
        </p:blipFill>
        <p:spPr bwMode="auto">
          <a:xfrm>
            <a:off x="6625912" y="4077535"/>
            <a:ext cx="1086086" cy="1077774"/>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56">
            <a:extLst>
              <a:ext uri="{FF2B5EF4-FFF2-40B4-BE49-F238E27FC236}">
                <a16:creationId xmlns:a16="http://schemas.microsoft.com/office/drawing/2014/main" id="{D6FF05A8-F700-CCC7-DD8C-31F24F391A20}"/>
              </a:ext>
            </a:extLst>
          </p:cNvPr>
          <p:cNvPicPr>
            <a:picLocks noChangeAspect="1"/>
          </p:cNvPicPr>
          <p:nvPr/>
        </p:nvPicPr>
        <p:blipFill>
          <a:blip r:embed="rId12"/>
          <a:stretch>
            <a:fillRect/>
          </a:stretch>
        </p:blipFill>
        <p:spPr>
          <a:xfrm>
            <a:off x="6318110" y="2425799"/>
            <a:ext cx="1806860" cy="1204573"/>
          </a:xfrm>
          <a:prstGeom prst="rect">
            <a:avLst/>
          </a:prstGeom>
        </p:spPr>
      </p:pic>
      <p:cxnSp>
        <p:nvCxnSpPr>
          <p:cNvPr id="8" name="Straight Connector 7">
            <a:extLst>
              <a:ext uri="{FF2B5EF4-FFF2-40B4-BE49-F238E27FC236}">
                <a16:creationId xmlns:a16="http://schemas.microsoft.com/office/drawing/2014/main" id="{CB733753-0964-4E76-A053-9891D638CC83}"/>
              </a:ext>
            </a:extLst>
          </p:cNvPr>
          <p:cNvCxnSpPr>
            <a:cxnSpLocks/>
          </p:cNvCxnSpPr>
          <p:nvPr/>
        </p:nvCxnSpPr>
        <p:spPr>
          <a:xfrm>
            <a:off x="3179430" y="3436620"/>
            <a:ext cx="5029200"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87DD1FD-7348-0093-B500-84E4AF91A2AE}"/>
              </a:ext>
            </a:extLst>
          </p:cNvPr>
          <p:cNvCxnSpPr>
            <a:cxnSpLocks/>
          </p:cNvCxnSpPr>
          <p:nvPr/>
        </p:nvCxnSpPr>
        <p:spPr>
          <a:xfrm rot="3600000">
            <a:off x="3179429" y="3428998"/>
            <a:ext cx="5029200"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9C766812-D847-6C4E-9CA4-E1906D7A84DB}"/>
              </a:ext>
            </a:extLst>
          </p:cNvPr>
          <p:cNvCxnSpPr>
            <a:cxnSpLocks/>
          </p:cNvCxnSpPr>
          <p:nvPr/>
        </p:nvCxnSpPr>
        <p:spPr>
          <a:xfrm rot="18000000" flipH="1">
            <a:off x="3179429" y="3428996"/>
            <a:ext cx="5029200"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 name="Oval 3">
            <a:extLst>
              <a:ext uri="{FF2B5EF4-FFF2-40B4-BE49-F238E27FC236}">
                <a16:creationId xmlns:a16="http://schemas.microsoft.com/office/drawing/2014/main" id="{00908DB8-AA19-5C9A-82D3-E7C301E1A653}"/>
              </a:ext>
            </a:extLst>
          </p:cNvPr>
          <p:cNvSpPr/>
          <p:nvPr/>
        </p:nvSpPr>
        <p:spPr>
          <a:xfrm>
            <a:off x="4916790" y="2651759"/>
            <a:ext cx="1554480" cy="1554480"/>
          </a:xfrm>
          <a:prstGeom prst="ellipse">
            <a:avLst/>
          </a:prstGeom>
          <a:gradFill flip="none" rotWithShape="1">
            <a:gsLst>
              <a:gs pos="60000">
                <a:schemeClr val="accent5">
                  <a:lumMod val="75000"/>
                </a:schemeClr>
              </a:gs>
              <a:gs pos="80000">
                <a:schemeClr val="accent5">
                  <a:lumMod val="20000"/>
                  <a:lumOff val="80000"/>
                </a:schemeClr>
              </a:gs>
              <a:gs pos="93000">
                <a:schemeClr val="accent5">
                  <a:lumMod val="20000"/>
                  <a:lumOff val="8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8698D6E-DC71-8730-575A-437B6F26918B}"/>
              </a:ext>
            </a:extLst>
          </p:cNvPr>
          <p:cNvSpPr txBox="1"/>
          <p:nvPr/>
        </p:nvSpPr>
        <p:spPr>
          <a:xfrm>
            <a:off x="4856173" y="3075053"/>
            <a:ext cx="1653702" cy="646331"/>
          </a:xfrm>
          <a:prstGeom prst="rect">
            <a:avLst/>
          </a:prstGeom>
          <a:noFill/>
        </p:spPr>
        <p:txBody>
          <a:bodyPr wrap="square" rtlCol="0">
            <a:spAutoFit/>
          </a:bodyPr>
          <a:lstStyle/>
          <a:p>
            <a:pPr algn="ctr"/>
            <a:r>
              <a:rPr lang="en-US" b="1" dirty="0">
                <a:solidFill>
                  <a:schemeClr val="bg1"/>
                </a:solidFill>
                <a:latin typeface="Arial" panose="020B0604020202020204" pitchFamily="34" charset="0"/>
                <a:cs typeface="Arial" panose="020B0604020202020204" pitchFamily="34" charset="0"/>
              </a:rPr>
              <a:t>Ecosystem</a:t>
            </a:r>
          </a:p>
          <a:p>
            <a:pPr algn="ctr"/>
            <a:r>
              <a:rPr lang="en-US" dirty="0">
                <a:solidFill>
                  <a:schemeClr val="bg1"/>
                </a:solidFill>
                <a:latin typeface="Arial" panose="020B0604020202020204" pitchFamily="34" charset="0"/>
                <a:cs typeface="Arial" panose="020B0604020202020204" pitchFamily="34" charset="0"/>
              </a:rPr>
              <a:t> </a:t>
            </a:r>
            <a:r>
              <a:rPr lang="en-US" sz="1400" i="1" dirty="0" err="1">
                <a:solidFill>
                  <a:schemeClr val="bg1"/>
                </a:solidFill>
                <a:latin typeface="Arial" panose="020B0604020202020204" pitchFamily="34" charset="0"/>
                <a:cs typeface="Arial" panose="020B0604020202020204" pitchFamily="34" charset="0"/>
              </a:rPr>
              <a:t>OpenSymmetry</a:t>
            </a:r>
            <a:endParaRPr lang="en-US" i="1" dirty="0">
              <a:solidFill>
                <a:schemeClr val="bg1"/>
              </a:solidFill>
              <a:latin typeface="Arial" panose="020B0604020202020204" pitchFamily="34" charset="0"/>
              <a:cs typeface="Arial" panose="020B0604020202020204" pitchFamily="34" charset="0"/>
            </a:endParaRPr>
          </a:p>
        </p:txBody>
      </p:sp>
      <p:pic>
        <p:nvPicPr>
          <p:cNvPr id="1024" name="Picture 1023">
            <a:extLst>
              <a:ext uri="{FF2B5EF4-FFF2-40B4-BE49-F238E27FC236}">
                <a16:creationId xmlns:a16="http://schemas.microsoft.com/office/drawing/2014/main" id="{FCE69B38-5D44-8EC7-4D1E-D705FAE06E5D}"/>
              </a:ext>
            </a:extLst>
          </p:cNvPr>
          <p:cNvPicPr>
            <a:picLocks noChangeAspect="1"/>
          </p:cNvPicPr>
          <p:nvPr/>
        </p:nvPicPr>
        <p:blipFill>
          <a:blip r:embed="rId13"/>
          <a:stretch>
            <a:fillRect/>
          </a:stretch>
        </p:blipFill>
        <p:spPr>
          <a:xfrm>
            <a:off x="3477320" y="4086331"/>
            <a:ext cx="1505257" cy="1003504"/>
          </a:xfrm>
          <a:prstGeom prst="rect">
            <a:avLst/>
          </a:prstGeom>
        </p:spPr>
      </p:pic>
      <p:pic>
        <p:nvPicPr>
          <p:cNvPr id="1026" name="Picture 1025">
            <a:extLst>
              <a:ext uri="{FF2B5EF4-FFF2-40B4-BE49-F238E27FC236}">
                <a16:creationId xmlns:a16="http://schemas.microsoft.com/office/drawing/2014/main" id="{EC095712-0BCA-565C-33A9-3EC665914FD8}"/>
              </a:ext>
            </a:extLst>
          </p:cNvPr>
          <p:cNvPicPr>
            <a:picLocks noChangeAspect="1"/>
          </p:cNvPicPr>
          <p:nvPr/>
        </p:nvPicPr>
        <p:blipFill>
          <a:blip r:embed="rId14"/>
          <a:stretch>
            <a:fillRect/>
          </a:stretch>
        </p:blipFill>
        <p:spPr>
          <a:xfrm>
            <a:off x="3289738" y="2377239"/>
            <a:ext cx="1658493" cy="1105662"/>
          </a:xfrm>
          <a:prstGeom prst="rect">
            <a:avLst/>
          </a:prstGeom>
        </p:spPr>
      </p:pic>
      <p:pic>
        <p:nvPicPr>
          <p:cNvPr id="1028" name="Picture 1027">
            <a:extLst>
              <a:ext uri="{FF2B5EF4-FFF2-40B4-BE49-F238E27FC236}">
                <a16:creationId xmlns:a16="http://schemas.microsoft.com/office/drawing/2014/main" id="{2AF04107-52CC-69B8-06C4-7552058CBD15}"/>
              </a:ext>
            </a:extLst>
          </p:cNvPr>
          <p:cNvPicPr>
            <a:picLocks noChangeAspect="1"/>
          </p:cNvPicPr>
          <p:nvPr/>
        </p:nvPicPr>
        <p:blipFill>
          <a:blip r:embed="rId15"/>
          <a:stretch>
            <a:fillRect/>
          </a:stretch>
        </p:blipFill>
        <p:spPr>
          <a:xfrm>
            <a:off x="4994685" y="5071119"/>
            <a:ext cx="1416279" cy="944186"/>
          </a:xfrm>
          <a:prstGeom prst="rect">
            <a:avLst/>
          </a:prstGeom>
        </p:spPr>
      </p:pic>
      <p:cxnSp>
        <p:nvCxnSpPr>
          <p:cNvPr id="1030" name="Straight Connector 1029">
            <a:extLst>
              <a:ext uri="{FF2B5EF4-FFF2-40B4-BE49-F238E27FC236}">
                <a16:creationId xmlns:a16="http://schemas.microsoft.com/office/drawing/2014/main" id="{56CC4012-405F-95F0-1D90-111B03167E11}"/>
              </a:ext>
            </a:extLst>
          </p:cNvPr>
          <p:cNvCxnSpPr>
            <a:cxnSpLocks/>
            <a:stCxn id="6" idx="2"/>
            <a:endCxn id="17" idx="1"/>
          </p:cNvCxnSpPr>
          <p:nvPr/>
        </p:nvCxnSpPr>
        <p:spPr>
          <a:xfrm flipH="1" flipV="1">
            <a:off x="846666" y="3426203"/>
            <a:ext cx="2332764" cy="2797"/>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1" name="Straight Connector 1030">
            <a:extLst>
              <a:ext uri="{FF2B5EF4-FFF2-40B4-BE49-F238E27FC236}">
                <a16:creationId xmlns:a16="http://schemas.microsoft.com/office/drawing/2014/main" id="{BD07F40B-0CC6-45F4-627B-19736E969C7B}"/>
              </a:ext>
            </a:extLst>
          </p:cNvPr>
          <p:cNvCxnSpPr>
            <a:cxnSpLocks/>
            <a:stCxn id="17" idx="3"/>
            <a:endCxn id="6" idx="6"/>
          </p:cNvCxnSpPr>
          <p:nvPr/>
        </p:nvCxnSpPr>
        <p:spPr>
          <a:xfrm flipH="1">
            <a:off x="8208630" y="3426203"/>
            <a:ext cx="2374703" cy="2797"/>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5D9C043A-FC65-4AF7-AD5E-0E77DDF60C81}"/>
              </a:ext>
            </a:extLst>
          </p:cNvPr>
          <p:cNvCxnSpPr>
            <a:cxnSpLocks/>
            <a:stCxn id="17" idx="0"/>
          </p:cNvCxnSpPr>
          <p:nvPr/>
        </p:nvCxnSpPr>
        <p:spPr>
          <a:xfrm flipH="1">
            <a:off x="5711553" y="731005"/>
            <a:ext cx="3447" cy="183576"/>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8" name="Straight Connector 1037">
            <a:extLst>
              <a:ext uri="{FF2B5EF4-FFF2-40B4-BE49-F238E27FC236}">
                <a16:creationId xmlns:a16="http://schemas.microsoft.com/office/drawing/2014/main" id="{765BABD8-CE7D-12D3-417E-77C59387C0C2}"/>
              </a:ext>
            </a:extLst>
          </p:cNvPr>
          <p:cNvCxnSpPr>
            <a:cxnSpLocks/>
            <a:endCxn id="17" idx="2"/>
          </p:cNvCxnSpPr>
          <p:nvPr/>
        </p:nvCxnSpPr>
        <p:spPr>
          <a:xfrm>
            <a:off x="5712984" y="5956677"/>
            <a:ext cx="2016" cy="164724"/>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1044" name="TextBox 1043">
            <a:extLst>
              <a:ext uri="{FF2B5EF4-FFF2-40B4-BE49-F238E27FC236}">
                <a16:creationId xmlns:a16="http://schemas.microsoft.com/office/drawing/2014/main" id="{A1B9CD6E-30B3-EC5C-4168-E2E95F6FBBB4}"/>
              </a:ext>
            </a:extLst>
          </p:cNvPr>
          <p:cNvSpPr txBox="1"/>
          <p:nvPr/>
        </p:nvSpPr>
        <p:spPr>
          <a:xfrm>
            <a:off x="2053288" y="2485464"/>
            <a:ext cx="1365456"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Fluid Mechanics</a:t>
            </a:r>
          </a:p>
        </p:txBody>
      </p:sp>
      <p:sp>
        <p:nvSpPr>
          <p:cNvPr id="1046" name="TextBox 1045">
            <a:extLst>
              <a:ext uri="{FF2B5EF4-FFF2-40B4-BE49-F238E27FC236}">
                <a16:creationId xmlns:a16="http://schemas.microsoft.com/office/drawing/2014/main" id="{7B3EF1D4-8BD3-436B-8E7B-6145515E06E1}"/>
              </a:ext>
            </a:extLst>
          </p:cNvPr>
          <p:cNvSpPr txBox="1"/>
          <p:nvPr/>
        </p:nvSpPr>
        <p:spPr>
          <a:xfrm>
            <a:off x="2038441" y="2903065"/>
            <a:ext cx="1317343" cy="400110"/>
          </a:xfrm>
          <a:prstGeom prst="rect">
            <a:avLst/>
          </a:prstGeom>
          <a:noFill/>
        </p:spPr>
        <p:txBody>
          <a:bodyPr wrap="square">
            <a:spAutoFit/>
          </a:bodyPr>
          <a:lstStyle/>
          <a:p>
            <a:r>
              <a:rPr lang="en-US" sz="1000" i="1" u="sng" dirty="0"/>
              <a:t>K. Fukami, J Fluid Mechanics, 2024</a:t>
            </a:r>
          </a:p>
        </p:txBody>
      </p:sp>
      <p:sp>
        <p:nvSpPr>
          <p:cNvPr id="1049" name="TextBox 1048">
            <a:extLst>
              <a:ext uri="{FF2B5EF4-FFF2-40B4-BE49-F238E27FC236}">
                <a16:creationId xmlns:a16="http://schemas.microsoft.com/office/drawing/2014/main" id="{7FF904A5-9425-8C2E-BC59-34064B6F891F}"/>
              </a:ext>
            </a:extLst>
          </p:cNvPr>
          <p:cNvSpPr txBox="1"/>
          <p:nvPr/>
        </p:nvSpPr>
        <p:spPr>
          <a:xfrm>
            <a:off x="961158" y="1056766"/>
            <a:ext cx="2663691"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Laser-based manufacturing</a:t>
            </a:r>
          </a:p>
        </p:txBody>
      </p:sp>
      <p:sp>
        <p:nvSpPr>
          <p:cNvPr id="1052" name="TextBox 1051">
            <a:extLst>
              <a:ext uri="{FF2B5EF4-FFF2-40B4-BE49-F238E27FC236}">
                <a16:creationId xmlns:a16="http://schemas.microsoft.com/office/drawing/2014/main" id="{65FAFA8E-4620-59F8-C274-9BC52AEC37A8}"/>
              </a:ext>
            </a:extLst>
          </p:cNvPr>
          <p:cNvSpPr txBox="1"/>
          <p:nvPr/>
        </p:nvSpPr>
        <p:spPr>
          <a:xfrm>
            <a:off x="3529107" y="876840"/>
            <a:ext cx="1151682" cy="415498"/>
          </a:xfrm>
          <a:prstGeom prst="rect">
            <a:avLst/>
          </a:prstGeom>
          <a:noFill/>
        </p:spPr>
        <p:txBody>
          <a:bodyPr wrap="square">
            <a:spAutoFit/>
          </a:bodyPr>
          <a:lstStyle/>
          <a:p>
            <a:r>
              <a:rPr lang="en-US" sz="1000" i="1" u="sng" dirty="0"/>
              <a:t>Z. Gan, Nature Comm., 2021</a:t>
            </a:r>
          </a:p>
        </p:txBody>
      </p:sp>
      <p:sp>
        <p:nvSpPr>
          <p:cNvPr id="1055" name="TextBox 1054">
            <a:extLst>
              <a:ext uri="{FF2B5EF4-FFF2-40B4-BE49-F238E27FC236}">
                <a16:creationId xmlns:a16="http://schemas.microsoft.com/office/drawing/2014/main" id="{630CB81C-0687-ABB0-CB23-202399743940}"/>
              </a:ext>
            </a:extLst>
          </p:cNvPr>
          <p:cNvSpPr txBox="1"/>
          <p:nvPr/>
        </p:nvSpPr>
        <p:spPr>
          <a:xfrm>
            <a:off x="8360195" y="2409058"/>
            <a:ext cx="1303558" cy="461665"/>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Coordinates discovery</a:t>
            </a:r>
          </a:p>
        </p:txBody>
      </p:sp>
      <p:sp>
        <p:nvSpPr>
          <p:cNvPr id="1056" name="TextBox 1055">
            <a:extLst>
              <a:ext uri="{FF2B5EF4-FFF2-40B4-BE49-F238E27FC236}">
                <a16:creationId xmlns:a16="http://schemas.microsoft.com/office/drawing/2014/main" id="{B54EC73F-212C-FE78-16C2-EBDF2C380A21}"/>
              </a:ext>
            </a:extLst>
          </p:cNvPr>
          <p:cNvSpPr txBox="1"/>
          <p:nvPr/>
        </p:nvSpPr>
        <p:spPr>
          <a:xfrm>
            <a:off x="8459709" y="2990063"/>
            <a:ext cx="995741" cy="415498"/>
          </a:xfrm>
          <a:prstGeom prst="rect">
            <a:avLst/>
          </a:prstGeom>
          <a:noFill/>
        </p:spPr>
        <p:txBody>
          <a:bodyPr wrap="square">
            <a:spAutoFit/>
          </a:bodyPr>
          <a:lstStyle/>
          <a:p>
            <a:r>
              <a:rPr lang="en-US" sz="1000" i="1" u="sng" dirty="0"/>
              <a:t>K. Champion, PNAS, 2019</a:t>
            </a:r>
          </a:p>
        </p:txBody>
      </p:sp>
      <p:sp>
        <p:nvSpPr>
          <p:cNvPr id="1059" name="TextBox 1058">
            <a:extLst>
              <a:ext uri="{FF2B5EF4-FFF2-40B4-BE49-F238E27FC236}">
                <a16:creationId xmlns:a16="http://schemas.microsoft.com/office/drawing/2014/main" id="{424039C8-116B-6725-AC9F-9A1E5CF1DBD2}"/>
              </a:ext>
            </a:extLst>
          </p:cNvPr>
          <p:cNvSpPr txBox="1"/>
          <p:nvPr/>
        </p:nvSpPr>
        <p:spPr>
          <a:xfrm>
            <a:off x="7016899" y="1039315"/>
            <a:ext cx="1383037" cy="646331"/>
          </a:xfrm>
          <a:prstGeom prst="rect">
            <a:avLst/>
          </a:prstGeom>
          <a:noFill/>
        </p:spPr>
        <p:txBody>
          <a:bodyPr wrap="square" rtlCol="0">
            <a:spAutoFit/>
          </a:bodyPr>
          <a:lstStyle/>
          <a:p>
            <a:pPr algn="r"/>
            <a:r>
              <a:rPr lang="en-US" sz="1200" i="1" dirty="0">
                <a:latin typeface="Arial" panose="020B0604020202020204" pitchFamily="34" charset="0"/>
                <a:cs typeface="Arial" panose="020B0604020202020204" pitchFamily="34" charset="0"/>
              </a:rPr>
              <a:t>Symmetry-aware equation discovery</a:t>
            </a:r>
          </a:p>
        </p:txBody>
      </p:sp>
      <p:sp>
        <p:nvSpPr>
          <p:cNvPr id="1061" name="TextBox 1060">
            <a:extLst>
              <a:ext uri="{FF2B5EF4-FFF2-40B4-BE49-F238E27FC236}">
                <a16:creationId xmlns:a16="http://schemas.microsoft.com/office/drawing/2014/main" id="{7A3DA902-B6A6-65A0-1142-0236E59AC0C4}"/>
              </a:ext>
            </a:extLst>
          </p:cNvPr>
          <p:cNvSpPr txBox="1"/>
          <p:nvPr/>
        </p:nvSpPr>
        <p:spPr>
          <a:xfrm>
            <a:off x="7826869" y="1665950"/>
            <a:ext cx="612885" cy="707886"/>
          </a:xfrm>
          <a:prstGeom prst="rect">
            <a:avLst/>
          </a:prstGeom>
          <a:noFill/>
        </p:spPr>
        <p:txBody>
          <a:bodyPr wrap="square">
            <a:spAutoFit/>
          </a:bodyPr>
          <a:lstStyle/>
          <a:p>
            <a:r>
              <a:rPr lang="en-US" altLang="zh-CN" sz="1000" i="1" u="sng" dirty="0"/>
              <a:t>X</a:t>
            </a:r>
            <a:r>
              <a:rPr lang="en-US" sz="1000" i="1" u="sng" dirty="0"/>
              <a:t>. Xie, Nature Comm., 2022</a:t>
            </a:r>
          </a:p>
        </p:txBody>
      </p:sp>
      <p:pic>
        <p:nvPicPr>
          <p:cNvPr id="1066" name="Picture 42" descr="Lorentz Group Equivariant Neural Network for Particle Physics | DSI">
            <a:extLst>
              <a:ext uri="{FF2B5EF4-FFF2-40B4-BE49-F238E27FC236}">
                <a16:creationId xmlns:a16="http://schemas.microsoft.com/office/drawing/2014/main" id="{5E341D10-D01E-7118-DD30-A0C30888601F}"/>
              </a:ext>
            </a:extLst>
          </p:cNvPr>
          <p:cNvPicPr>
            <a:picLocks noChangeAspect="1" noChangeArrowheads="1"/>
          </p:cNvPicPr>
          <p:nvPr/>
        </p:nvPicPr>
        <p:blipFill rotWithShape="1">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l="24248" r="25119"/>
          <a:stretch>
            <a:fillRect/>
          </a:stretch>
        </p:blipFill>
        <p:spPr bwMode="auto">
          <a:xfrm>
            <a:off x="876535" y="3861438"/>
            <a:ext cx="1193901" cy="1209682"/>
          </a:xfrm>
          <a:prstGeom prst="rect">
            <a:avLst/>
          </a:prstGeom>
          <a:noFill/>
          <a:extLst>
            <a:ext uri="{909E8E84-426E-40DD-AFC4-6F175D3DCCD1}">
              <a14:hiddenFill xmlns:a14="http://schemas.microsoft.com/office/drawing/2010/main">
                <a:solidFill>
                  <a:srgbClr val="FFFFFF"/>
                </a:solidFill>
              </a14:hiddenFill>
            </a:ext>
          </a:extLst>
        </p:spPr>
      </p:pic>
      <p:sp>
        <p:nvSpPr>
          <p:cNvPr id="1063" name="TextBox 1062">
            <a:extLst>
              <a:ext uri="{FF2B5EF4-FFF2-40B4-BE49-F238E27FC236}">
                <a16:creationId xmlns:a16="http://schemas.microsoft.com/office/drawing/2014/main" id="{34B85AA5-C317-5326-86CF-ABF0F4FF3FD4}"/>
              </a:ext>
            </a:extLst>
          </p:cNvPr>
          <p:cNvSpPr txBox="1"/>
          <p:nvPr/>
        </p:nvSpPr>
        <p:spPr>
          <a:xfrm>
            <a:off x="969745" y="3722938"/>
            <a:ext cx="1292729"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Particle physics</a:t>
            </a:r>
          </a:p>
        </p:txBody>
      </p:sp>
      <p:sp>
        <p:nvSpPr>
          <p:cNvPr id="1067" name="TextBox 1066">
            <a:extLst>
              <a:ext uri="{FF2B5EF4-FFF2-40B4-BE49-F238E27FC236}">
                <a16:creationId xmlns:a16="http://schemas.microsoft.com/office/drawing/2014/main" id="{92037505-B802-43F1-B03D-EEEA83A1D919}"/>
              </a:ext>
            </a:extLst>
          </p:cNvPr>
          <p:cNvSpPr txBox="1"/>
          <p:nvPr/>
        </p:nvSpPr>
        <p:spPr>
          <a:xfrm>
            <a:off x="1977168" y="4062109"/>
            <a:ext cx="1099671" cy="415498"/>
          </a:xfrm>
          <a:prstGeom prst="rect">
            <a:avLst/>
          </a:prstGeom>
          <a:noFill/>
        </p:spPr>
        <p:txBody>
          <a:bodyPr wrap="square">
            <a:spAutoFit/>
          </a:bodyPr>
          <a:lstStyle/>
          <a:p>
            <a:r>
              <a:rPr lang="en-US" sz="1000" i="1" u="sng" dirty="0"/>
              <a:t>A. </a:t>
            </a:r>
            <a:r>
              <a:rPr lang="en-US" sz="1000" i="1" u="sng" dirty="0" err="1"/>
              <a:t>Bogatskiy</a:t>
            </a:r>
            <a:r>
              <a:rPr lang="en-US" sz="1000" i="1" u="sng" dirty="0"/>
              <a:t>, ICML, 2020</a:t>
            </a:r>
          </a:p>
        </p:txBody>
      </p:sp>
      <p:pic>
        <p:nvPicPr>
          <p:cNvPr id="1069" name="Picture 1068" descr="A blue circles with numbers and lines&#10;&#10;AI-generated content may be incorrect.">
            <a:extLst>
              <a:ext uri="{FF2B5EF4-FFF2-40B4-BE49-F238E27FC236}">
                <a16:creationId xmlns:a16="http://schemas.microsoft.com/office/drawing/2014/main" id="{5F1B35AB-0165-03AA-4B72-B5DBCEA0B5E6}"/>
              </a:ext>
            </a:extLst>
          </p:cNvPr>
          <p:cNvPicPr>
            <a:picLocks noChangeAspect="1"/>
          </p:cNvPicPr>
          <p:nvPr/>
        </p:nvPicPr>
        <p:blipFill>
          <a:blip r:embed="rId17">
            <a:clrChange>
              <a:clrFrom>
                <a:srgbClr val="FFFFFF"/>
              </a:clrFrom>
              <a:clrTo>
                <a:srgbClr val="FFFFFF">
                  <a:alpha val="0"/>
                </a:srgbClr>
              </a:clrTo>
            </a:clrChange>
          </a:blip>
          <a:stretch>
            <a:fillRect/>
          </a:stretch>
        </p:blipFill>
        <p:spPr>
          <a:xfrm>
            <a:off x="1079976" y="5016383"/>
            <a:ext cx="2656189" cy="1101028"/>
          </a:xfrm>
          <a:prstGeom prst="rect">
            <a:avLst/>
          </a:prstGeom>
        </p:spPr>
      </p:pic>
      <p:sp>
        <p:nvSpPr>
          <p:cNvPr id="1071" name="TextBox 1070">
            <a:extLst>
              <a:ext uri="{FF2B5EF4-FFF2-40B4-BE49-F238E27FC236}">
                <a16:creationId xmlns:a16="http://schemas.microsoft.com/office/drawing/2014/main" id="{327CDF76-ADF1-76BE-1DBA-DADE9AF339EA}"/>
              </a:ext>
            </a:extLst>
          </p:cNvPr>
          <p:cNvSpPr txBox="1"/>
          <p:nvPr/>
        </p:nvSpPr>
        <p:spPr>
          <a:xfrm>
            <a:off x="1657525" y="4585047"/>
            <a:ext cx="1827965" cy="461665"/>
          </a:xfrm>
          <a:prstGeom prst="rect">
            <a:avLst/>
          </a:prstGeom>
          <a:noFill/>
        </p:spPr>
        <p:txBody>
          <a:bodyPr wrap="square">
            <a:spAutoFit/>
          </a:bodyPr>
          <a:lstStyle/>
          <a:p>
            <a:pPr algn="ctr"/>
            <a:r>
              <a:rPr lang="en-US" sz="1200" i="1" dirty="0">
                <a:latin typeface="Arial" panose="020B0604020202020204" pitchFamily="34" charset="0"/>
                <a:cs typeface="Arial" panose="020B0604020202020204" pitchFamily="34" charset="0"/>
              </a:rPr>
              <a:t>Large Hadron Collider (LHC)</a:t>
            </a:r>
          </a:p>
        </p:txBody>
      </p:sp>
      <p:sp>
        <p:nvSpPr>
          <p:cNvPr id="1075" name="TextBox 1074">
            <a:extLst>
              <a:ext uri="{FF2B5EF4-FFF2-40B4-BE49-F238E27FC236}">
                <a16:creationId xmlns:a16="http://schemas.microsoft.com/office/drawing/2014/main" id="{45A5BA24-259A-E60D-329A-5677FBC5F254}"/>
              </a:ext>
            </a:extLst>
          </p:cNvPr>
          <p:cNvSpPr txBox="1"/>
          <p:nvPr/>
        </p:nvSpPr>
        <p:spPr>
          <a:xfrm>
            <a:off x="3636032" y="5518858"/>
            <a:ext cx="950045" cy="553998"/>
          </a:xfrm>
          <a:prstGeom prst="rect">
            <a:avLst/>
          </a:prstGeom>
          <a:noFill/>
        </p:spPr>
        <p:txBody>
          <a:bodyPr wrap="square">
            <a:spAutoFit/>
          </a:bodyPr>
          <a:lstStyle/>
          <a:p>
            <a:r>
              <a:rPr lang="en-US" sz="1000" i="1" u="sng" dirty="0"/>
              <a:t>K. Desai, Phys. Rev. D, 2022</a:t>
            </a:r>
          </a:p>
        </p:txBody>
      </p:sp>
      <p:pic>
        <p:nvPicPr>
          <p:cNvPr id="1085" name="Picture 1084" descr="A diagram of a diamond&#10;&#10;AI-generated content may be incorrect.">
            <a:extLst>
              <a:ext uri="{FF2B5EF4-FFF2-40B4-BE49-F238E27FC236}">
                <a16:creationId xmlns:a16="http://schemas.microsoft.com/office/drawing/2014/main" id="{D1B230E4-D91B-4189-9EB5-B1C5C312DB14}"/>
              </a:ext>
            </a:extLst>
          </p:cNvPr>
          <p:cNvPicPr>
            <a:picLocks noChangeAspect="1"/>
          </p:cNvPicPr>
          <p:nvPr/>
        </p:nvPicPr>
        <p:blipFill>
          <a:blip r:embed="rId18"/>
          <a:stretch>
            <a:fillRect/>
          </a:stretch>
        </p:blipFill>
        <p:spPr>
          <a:xfrm>
            <a:off x="7669628" y="5027153"/>
            <a:ext cx="2879839" cy="1043420"/>
          </a:xfrm>
          <a:prstGeom prst="rect">
            <a:avLst/>
          </a:prstGeom>
        </p:spPr>
      </p:pic>
      <p:sp>
        <p:nvSpPr>
          <p:cNvPr id="1087" name="TextBox 1086">
            <a:extLst>
              <a:ext uri="{FF2B5EF4-FFF2-40B4-BE49-F238E27FC236}">
                <a16:creationId xmlns:a16="http://schemas.microsoft.com/office/drawing/2014/main" id="{8B2C11A9-A888-513E-C293-B80EEDFA8DAB}"/>
              </a:ext>
            </a:extLst>
          </p:cNvPr>
          <p:cNvSpPr txBox="1"/>
          <p:nvPr/>
        </p:nvSpPr>
        <p:spPr>
          <a:xfrm>
            <a:off x="8283894" y="4769713"/>
            <a:ext cx="2250581" cy="276999"/>
          </a:xfrm>
          <a:prstGeom prst="rect">
            <a:avLst/>
          </a:prstGeom>
          <a:noFill/>
        </p:spPr>
        <p:txBody>
          <a:bodyPr wrap="square">
            <a:spAutoFit/>
          </a:bodyPr>
          <a:lstStyle/>
          <a:p>
            <a:r>
              <a:rPr lang="en-US" sz="1200" i="1" dirty="0">
                <a:latin typeface="Arial" panose="020B0604020202020204" pitchFamily="34" charset="0"/>
                <a:cs typeface="Arial" panose="020B0604020202020204" pitchFamily="34" charset="0"/>
              </a:rPr>
              <a:t>Symmetry-aware exploration</a:t>
            </a:r>
          </a:p>
        </p:txBody>
      </p:sp>
      <p:sp>
        <p:nvSpPr>
          <p:cNvPr id="1088" name="TextBox 1087">
            <a:extLst>
              <a:ext uri="{FF2B5EF4-FFF2-40B4-BE49-F238E27FC236}">
                <a16:creationId xmlns:a16="http://schemas.microsoft.com/office/drawing/2014/main" id="{FCC9A278-883A-3613-B988-7BC4DD10BED2}"/>
              </a:ext>
            </a:extLst>
          </p:cNvPr>
          <p:cNvSpPr txBox="1"/>
          <p:nvPr/>
        </p:nvSpPr>
        <p:spPr>
          <a:xfrm>
            <a:off x="6895558" y="5630302"/>
            <a:ext cx="829842" cy="400110"/>
          </a:xfrm>
          <a:prstGeom prst="rect">
            <a:avLst/>
          </a:prstGeom>
          <a:noFill/>
        </p:spPr>
        <p:txBody>
          <a:bodyPr wrap="square">
            <a:spAutoFit/>
          </a:bodyPr>
          <a:lstStyle/>
          <a:p>
            <a:r>
              <a:rPr lang="en-US" sz="1000" i="1" u="sng" dirty="0"/>
              <a:t>O. Laurent, ICLR, 2024</a:t>
            </a:r>
          </a:p>
        </p:txBody>
      </p:sp>
    </p:spTree>
    <p:extLst>
      <p:ext uri="{BB962C8B-B14F-4D97-AF65-F5344CB8AC3E}">
        <p14:creationId xmlns:p14="http://schemas.microsoft.com/office/powerpoint/2010/main" val="2308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82165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1B91F6-592D-4B29-843E-ABD6C40F1CAD}"/>
              </a:ext>
            </a:extLst>
          </p:cNvPr>
          <p:cNvSpPr/>
          <p:nvPr/>
        </p:nvSpPr>
        <p:spPr>
          <a:xfrm>
            <a:off x="1782501" y="1180618"/>
            <a:ext cx="9437376" cy="41207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97D21125-AA86-D92B-47B2-132032380D8F}"/>
              </a:ext>
            </a:extLst>
          </p:cNvPr>
          <p:cNvSpPr/>
          <p:nvPr/>
        </p:nvSpPr>
        <p:spPr>
          <a:xfrm>
            <a:off x="1828801" y="1310016"/>
            <a:ext cx="3145970" cy="731520"/>
          </a:xfrm>
          <a:prstGeom prst="round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4020202020204" pitchFamily="34" charset="0"/>
                <a:cs typeface="Arial Narrow" panose="020B0604020202020204" pitchFamily="34" charset="0"/>
              </a:rPr>
              <a:t>Governing Committee</a:t>
            </a:r>
          </a:p>
        </p:txBody>
      </p:sp>
      <p:sp>
        <p:nvSpPr>
          <p:cNvPr id="6" name="Rounded Rectangle 5">
            <a:extLst>
              <a:ext uri="{FF2B5EF4-FFF2-40B4-BE49-F238E27FC236}">
                <a16:creationId xmlns:a16="http://schemas.microsoft.com/office/drawing/2014/main" id="{53AD0C15-4ED6-2BE3-15D1-47E7BCACD6D2}"/>
              </a:ext>
            </a:extLst>
          </p:cNvPr>
          <p:cNvSpPr/>
          <p:nvPr/>
        </p:nvSpPr>
        <p:spPr>
          <a:xfrm>
            <a:off x="8115302" y="1310016"/>
            <a:ext cx="2938598" cy="73152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Narrow" panose="020B0604020202020204" pitchFamily="34" charset="0"/>
                <a:cs typeface="Arial Narrow" panose="020B0604020202020204" pitchFamily="34" charset="0"/>
              </a:rPr>
              <a:t>OSE Mentor</a:t>
            </a:r>
          </a:p>
          <a:p>
            <a:pPr algn="ctr"/>
            <a:r>
              <a:rPr lang="en-US" sz="1400" dirty="0">
                <a:solidFill>
                  <a:schemeClr val="tx1"/>
                </a:solidFill>
                <a:latin typeface="Arial Narrow" panose="020B0604020202020204" pitchFamily="34" charset="0"/>
                <a:cs typeface="Arial Narrow" panose="020B0604020202020204" pitchFamily="34" charset="0"/>
              </a:rPr>
              <a:t>J. Zhang</a:t>
            </a:r>
          </a:p>
          <a:p>
            <a:pPr algn="ctr"/>
            <a:r>
              <a:rPr lang="en-US" sz="1400" dirty="0">
                <a:solidFill>
                  <a:schemeClr val="tx1"/>
                </a:solidFill>
                <a:latin typeface="Arial Narrow" panose="020B0604020202020204" pitchFamily="34" charset="0"/>
                <a:cs typeface="Arial Narrow" panose="020B0604020202020204" pitchFamily="34" charset="0"/>
              </a:rPr>
              <a:t>(Microsoft, Senior Software Engineer)</a:t>
            </a:r>
          </a:p>
        </p:txBody>
      </p:sp>
      <p:sp>
        <p:nvSpPr>
          <p:cNvPr id="13" name="TextBox 12">
            <a:extLst>
              <a:ext uri="{FF2B5EF4-FFF2-40B4-BE49-F238E27FC236}">
                <a16:creationId xmlns:a16="http://schemas.microsoft.com/office/drawing/2014/main" id="{052B049D-6E25-AE6D-03B7-FA35B3182CFB}"/>
              </a:ext>
            </a:extLst>
          </p:cNvPr>
          <p:cNvSpPr txBox="1"/>
          <p:nvPr/>
        </p:nvSpPr>
        <p:spPr>
          <a:xfrm>
            <a:off x="1874522" y="3108108"/>
            <a:ext cx="4297680" cy="523220"/>
          </a:xfrm>
          <a:prstGeom prst="rect">
            <a:avLst/>
          </a:prstGeom>
          <a:solidFill>
            <a:schemeClr val="bg1">
              <a:lumMod val="85000"/>
            </a:schemeClr>
          </a:solidFill>
        </p:spPr>
        <p:txBody>
          <a:bodyPr wrap="square">
            <a:spAutoFit/>
          </a:bodyPr>
          <a:lstStyle/>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Steward the cross-simulator API, schema, and parity suite; </a:t>
            </a:r>
          </a:p>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Ensure technical consistency across engines and testbeds.</a:t>
            </a:r>
          </a:p>
        </p:txBody>
      </p:sp>
      <p:sp>
        <p:nvSpPr>
          <p:cNvPr id="14" name="Rounded Rectangle 13">
            <a:extLst>
              <a:ext uri="{FF2B5EF4-FFF2-40B4-BE49-F238E27FC236}">
                <a16:creationId xmlns:a16="http://schemas.microsoft.com/office/drawing/2014/main" id="{0288E785-5F78-59DF-C60A-8B9083354120}"/>
              </a:ext>
            </a:extLst>
          </p:cNvPr>
          <p:cNvSpPr/>
          <p:nvPr/>
        </p:nvSpPr>
        <p:spPr>
          <a:xfrm>
            <a:off x="1828801" y="2239232"/>
            <a:ext cx="4389120" cy="914400"/>
          </a:xfrm>
          <a:prstGeom prst="roundRect">
            <a:avLst/>
          </a:prstGeom>
          <a:solidFill>
            <a:srgbClr val="B5DB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Arial Narrow" panose="020B0604020202020204" pitchFamily="34" charset="0"/>
                <a:cs typeface="Arial Narrow" panose="020B0604020202020204" pitchFamily="34" charset="0"/>
              </a:rPr>
              <a:t>Technical Integration Committee</a:t>
            </a:r>
          </a:p>
          <a:p>
            <a:pPr algn="ctr"/>
            <a:r>
              <a:rPr lang="en-US" sz="1400" b="1" dirty="0">
                <a:solidFill>
                  <a:schemeClr val="tx1"/>
                </a:solidFill>
                <a:latin typeface="Arial Narrow" panose="020B0604020202020204" pitchFamily="34" charset="0"/>
                <a:cs typeface="Arial Narrow" panose="020B0604020202020204" pitchFamily="34" charset="0"/>
              </a:rPr>
              <a:t>Lead</a:t>
            </a:r>
            <a:r>
              <a:rPr lang="en-US" sz="1400" dirty="0">
                <a:solidFill>
                  <a:schemeClr val="tx1"/>
                </a:solidFill>
                <a:latin typeface="Arial Narrow" panose="020B0604020202020204" pitchFamily="34" charset="0"/>
                <a:cs typeface="Arial Narrow" panose="020B0604020202020204" pitchFamily="34" charset="0"/>
              </a:rPr>
              <a:t>: PI Gan; </a:t>
            </a:r>
          </a:p>
          <a:p>
            <a:pPr algn="ctr"/>
            <a:r>
              <a:rPr lang="en-US" sz="1400" b="1" dirty="0">
                <a:solidFill>
                  <a:schemeClr val="tx1"/>
                </a:solidFill>
                <a:latin typeface="Arial Narrow" panose="020B0604020202020204" pitchFamily="34" charset="0"/>
                <a:cs typeface="Arial Narrow" panose="020B0604020202020204" pitchFamily="34" charset="0"/>
              </a:rPr>
              <a:t>Advisor</a:t>
            </a:r>
            <a:r>
              <a:rPr lang="en-US" sz="1400" dirty="0">
                <a:solidFill>
                  <a:schemeClr val="tx1"/>
                </a:solidFill>
                <a:latin typeface="Arial Narrow" panose="020B0604020202020204" pitchFamily="34" charset="0"/>
                <a:cs typeface="Arial Narrow" panose="020B0604020202020204" pitchFamily="34" charset="0"/>
              </a:rPr>
              <a:t>: Dr. X. Xie (Meta, independent contributor)</a:t>
            </a:r>
          </a:p>
        </p:txBody>
      </p:sp>
      <p:sp>
        <p:nvSpPr>
          <p:cNvPr id="15" name="TextBox 14">
            <a:extLst>
              <a:ext uri="{FF2B5EF4-FFF2-40B4-BE49-F238E27FC236}">
                <a16:creationId xmlns:a16="http://schemas.microsoft.com/office/drawing/2014/main" id="{96F5AF26-9A6E-4432-FD51-4501165A3126}"/>
              </a:ext>
            </a:extLst>
          </p:cNvPr>
          <p:cNvSpPr txBox="1"/>
          <p:nvPr/>
        </p:nvSpPr>
        <p:spPr>
          <a:xfrm>
            <a:off x="6705067" y="3108108"/>
            <a:ext cx="4297680" cy="523220"/>
          </a:xfrm>
          <a:prstGeom prst="rect">
            <a:avLst/>
          </a:prstGeom>
          <a:solidFill>
            <a:schemeClr val="bg1">
              <a:lumMod val="85000"/>
            </a:schemeClr>
          </a:solidFill>
        </p:spPr>
        <p:txBody>
          <a:bodyPr wrap="square">
            <a:spAutoFit/>
          </a:bodyPr>
          <a:lstStyle/>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Lead outreach, onboarding, workshops, and hackathons; </a:t>
            </a:r>
          </a:p>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support broader participation and community growth.</a:t>
            </a:r>
          </a:p>
        </p:txBody>
      </p:sp>
      <p:sp>
        <p:nvSpPr>
          <p:cNvPr id="16" name="TextBox 15">
            <a:extLst>
              <a:ext uri="{FF2B5EF4-FFF2-40B4-BE49-F238E27FC236}">
                <a16:creationId xmlns:a16="http://schemas.microsoft.com/office/drawing/2014/main" id="{9A3EA68A-B6A5-F2BC-086A-10D070C2878D}"/>
              </a:ext>
            </a:extLst>
          </p:cNvPr>
          <p:cNvSpPr txBox="1"/>
          <p:nvPr/>
        </p:nvSpPr>
        <p:spPr>
          <a:xfrm>
            <a:off x="6705067" y="4712810"/>
            <a:ext cx="4297680" cy="523220"/>
          </a:xfrm>
          <a:prstGeom prst="rect">
            <a:avLst/>
          </a:prstGeom>
          <a:solidFill>
            <a:schemeClr val="bg1">
              <a:lumMod val="85000"/>
            </a:schemeClr>
          </a:solidFill>
        </p:spPr>
        <p:txBody>
          <a:bodyPr wrap="square">
            <a:spAutoFit/>
          </a:bodyPr>
          <a:lstStyle/>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Oversee releases, CI/CD pipelines, security plan, and long-term sustainability (governance charter, roadmap, metrics).</a:t>
            </a:r>
          </a:p>
        </p:txBody>
      </p:sp>
      <p:sp>
        <p:nvSpPr>
          <p:cNvPr id="21" name="Rounded Rectangle 20">
            <a:extLst>
              <a:ext uri="{FF2B5EF4-FFF2-40B4-BE49-F238E27FC236}">
                <a16:creationId xmlns:a16="http://schemas.microsoft.com/office/drawing/2014/main" id="{355EDB2E-7247-994C-7F5B-9FEEDB7DF218}"/>
              </a:ext>
            </a:extLst>
          </p:cNvPr>
          <p:cNvSpPr/>
          <p:nvPr/>
        </p:nvSpPr>
        <p:spPr>
          <a:xfrm>
            <a:off x="5355773" y="1310016"/>
            <a:ext cx="2215238" cy="73152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Narrow" panose="020B0604020202020204" pitchFamily="34" charset="0"/>
                <a:cs typeface="Arial Narrow" panose="020B0604020202020204" pitchFamily="34" charset="0"/>
              </a:rPr>
              <a:t>Co-Chairs</a:t>
            </a:r>
          </a:p>
          <a:p>
            <a:pPr algn="ctr"/>
            <a:r>
              <a:rPr lang="en-US" sz="1400" dirty="0">
                <a:solidFill>
                  <a:schemeClr val="tx1"/>
                </a:solidFill>
                <a:latin typeface="Arial Narrow" panose="020B0604020202020204" pitchFamily="34" charset="0"/>
                <a:cs typeface="Arial Narrow" panose="020B0604020202020204" pitchFamily="34" charset="0"/>
              </a:rPr>
              <a:t>PI Gan, Co-PI: Wei</a:t>
            </a:r>
            <a:endParaRPr lang="en-US" sz="1400" dirty="0"/>
          </a:p>
        </p:txBody>
      </p:sp>
      <p:sp>
        <p:nvSpPr>
          <p:cNvPr id="22" name="TextBox 21">
            <a:extLst>
              <a:ext uri="{FF2B5EF4-FFF2-40B4-BE49-F238E27FC236}">
                <a16:creationId xmlns:a16="http://schemas.microsoft.com/office/drawing/2014/main" id="{FF6E3713-3B8A-703D-B583-A50A7144182C}"/>
              </a:ext>
            </a:extLst>
          </p:cNvPr>
          <p:cNvSpPr txBox="1"/>
          <p:nvPr/>
        </p:nvSpPr>
        <p:spPr>
          <a:xfrm>
            <a:off x="1874522" y="4712810"/>
            <a:ext cx="4297680" cy="523220"/>
          </a:xfrm>
          <a:prstGeom prst="rect">
            <a:avLst/>
          </a:prstGeom>
          <a:solidFill>
            <a:schemeClr val="bg1">
              <a:lumMod val="85000"/>
            </a:schemeClr>
          </a:solidFill>
        </p:spPr>
        <p:txBody>
          <a:bodyPr wrap="square">
            <a:spAutoFit/>
          </a:bodyPr>
          <a:lstStyle/>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Liaise with agencies, municipalities, and industry partners; </a:t>
            </a:r>
          </a:p>
          <a:p>
            <a:pPr marL="285750" indent="-285750">
              <a:buFont typeface="Arial" panose="020B0604020202020204" pitchFamily="34" charset="0"/>
              <a:buChar char="•"/>
            </a:pPr>
            <a:r>
              <a:rPr lang="en-US" sz="1400" i="1" dirty="0">
                <a:latin typeface="Arial Narrow" panose="020B0604020202020204" pitchFamily="34" charset="0"/>
                <a:cs typeface="Arial Narrow" panose="020B0604020202020204" pitchFamily="34" charset="0"/>
              </a:rPr>
              <a:t>Ensure alignment with priorities, goals, and pathways.</a:t>
            </a:r>
          </a:p>
        </p:txBody>
      </p:sp>
      <p:sp>
        <p:nvSpPr>
          <p:cNvPr id="23" name="Rounded Rectangle 22">
            <a:extLst>
              <a:ext uri="{FF2B5EF4-FFF2-40B4-BE49-F238E27FC236}">
                <a16:creationId xmlns:a16="http://schemas.microsoft.com/office/drawing/2014/main" id="{4D341B3D-BEB3-13B2-D42F-1C5EFA35F3FC}"/>
              </a:ext>
            </a:extLst>
          </p:cNvPr>
          <p:cNvSpPr/>
          <p:nvPr/>
        </p:nvSpPr>
        <p:spPr>
          <a:xfrm>
            <a:off x="6664782" y="2239232"/>
            <a:ext cx="4389120" cy="914400"/>
          </a:xfrm>
          <a:prstGeom prst="roundRect">
            <a:avLst/>
          </a:prstGeom>
          <a:solidFill>
            <a:srgbClr val="BBD5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Arial Narrow" panose="020B0604020202020204" pitchFamily="34" charset="0"/>
                <a:cs typeface="Arial Narrow" panose="020B0604020202020204" pitchFamily="34" charset="0"/>
              </a:rPr>
              <a:t>Community Engagement Committee</a:t>
            </a:r>
          </a:p>
          <a:p>
            <a:pPr algn="ctr"/>
            <a:r>
              <a:rPr lang="en-US" sz="1400" b="1" dirty="0">
                <a:solidFill>
                  <a:schemeClr val="tx1"/>
                </a:solidFill>
                <a:latin typeface="Arial Narrow" panose="020B0604020202020204" pitchFamily="34" charset="0"/>
                <a:cs typeface="Arial Narrow" panose="020B0604020202020204" pitchFamily="34" charset="0"/>
              </a:rPr>
              <a:t>Lead</a:t>
            </a:r>
            <a:r>
              <a:rPr lang="en-US" sz="1400" dirty="0">
                <a:solidFill>
                  <a:schemeClr val="tx1"/>
                </a:solidFill>
                <a:latin typeface="Arial Narrow" panose="020B0604020202020204" pitchFamily="34" charset="0"/>
                <a:cs typeface="Arial Narrow" panose="020B0604020202020204" pitchFamily="34" charset="0"/>
              </a:rPr>
              <a:t>: Co-PI Wei</a:t>
            </a:r>
          </a:p>
          <a:p>
            <a:pPr algn="ctr"/>
            <a:r>
              <a:rPr lang="en-US" sz="1400" b="1" dirty="0">
                <a:solidFill>
                  <a:schemeClr val="tx1"/>
                </a:solidFill>
                <a:latin typeface="Arial Narrow" panose="020B0604020202020204" pitchFamily="34" charset="0"/>
                <a:cs typeface="Arial Narrow" panose="020B0604020202020204" pitchFamily="34" charset="0"/>
              </a:rPr>
              <a:t>Advisor</a:t>
            </a:r>
            <a:r>
              <a:rPr lang="en-US" sz="1400" dirty="0">
                <a:solidFill>
                  <a:schemeClr val="tx1"/>
                </a:solidFill>
                <a:latin typeface="Arial Narrow" panose="020B0604020202020204" pitchFamily="34" charset="0"/>
                <a:cs typeface="Arial Narrow" panose="020B0604020202020204" pitchFamily="34" charset="0"/>
              </a:rPr>
              <a:t>: Prof. A. </a:t>
            </a:r>
            <a:r>
              <a:rPr lang="en-US" sz="1400" dirty="0" err="1">
                <a:solidFill>
                  <a:schemeClr val="tx1"/>
                </a:solidFill>
                <a:latin typeface="Arial Narrow" panose="020B0604020202020204" pitchFamily="34" charset="0"/>
                <a:cs typeface="Arial Narrow" panose="020B0604020202020204" pitchFamily="34" charset="0"/>
              </a:rPr>
              <a:t>Ciampagila</a:t>
            </a:r>
            <a:r>
              <a:rPr lang="en-US" sz="1400" dirty="0">
                <a:solidFill>
                  <a:schemeClr val="tx1"/>
                </a:solidFill>
                <a:latin typeface="Arial Narrow" panose="020B0604020202020204" pitchFamily="34" charset="0"/>
                <a:cs typeface="Arial Narrow" panose="020B0604020202020204" pitchFamily="34" charset="0"/>
              </a:rPr>
              <a:t> (independent contributor)</a:t>
            </a:r>
          </a:p>
        </p:txBody>
      </p:sp>
      <p:sp>
        <p:nvSpPr>
          <p:cNvPr id="24" name="Rounded Rectangle 23">
            <a:extLst>
              <a:ext uri="{FF2B5EF4-FFF2-40B4-BE49-F238E27FC236}">
                <a16:creationId xmlns:a16="http://schemas.microsoft.com/office/drawing/2014/main" id="{53EC3334-B4B5-1423-C03C-4022E9427B2D}"/>
              </a:ext>
            </a:extLst>
          </p:cNvPr>
          <p:cNvSpPr/>
          <p:nvPr/>
        </p:nvSpPr>
        <p:spPr>
          <a:xfrm>
            <a:off x="1828801" y="3829024"/>
            <a:ext cx="4389120" cy="914400"/>
          </a:xfrm>
          <a:prstGeom prst="roundRect">
            <a:avLst/>
          </a:prstGeom>
          <a:solidFill>
            <a:srgbClr val="B9C1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Narrow" panose="020B0604020202020204" pitchFamily="34" charset="0"/>
                <a:cs typeface="Arial Narrow" panose="020B0604020202020204" pitchFamily="34" charset="0"/>
              </a:rPr>
              <a:t>Policy &amp; Partnership Committee</a:t>
            </a:r>
          </a:p>
          <a:p>
            <a:pPr algn="ctr"/>
            <a:r>
              <a:rPr lang="en-US" sz="1400" b="1" dirty="0">
                <a:solidFill>
                  <a:schemeClr val="tx1"/>
                </a:solidFill>
                <a:latin typeface="Arial Narrow" panose="020B0604020202020204" pitchFamily="34" charset="0"/>
                <a:cs typeface="Arial Narrow" panose="020B0604020202020204" pitchFamily="34" charset="0"/>
              </a:rPr>
              <a:t>Lead</a:t>
            </a:r>
            <a:r>
              <a:rPr lang="en-US" sz="1400" dirty="0">
                <a:solidFill>
                  <a:schemeClr val="tx1"/>
                </a:solidFill>
                <a:latin typeface="Arial Narrow" panose="020B0604020202020204" pitchFamily="34" charset="0"/>
                <a:cs typeface="Arial Narrow" panose="020B0604020202020204" pitchFamily="34" charset="0"/>
              </a:rPr>
              <a:t>: PI Gan</a:t>
            </a:r>
          </a:p>
          <a:p>
            <a:pPr algn="ctr"/>
            <a:r>
              <a:rPr lang="en-US" sz="1400" b="1" dirty="0">
                <a:solidFill>
                  <a:schemeClr val="tx1"/>
                </a:solidFill>
                <a:latin typeface="Arial Narrow" panose="020B0604020202020204" pitchFamily="34" charset="0"/>
                <a:cs typeface="Arial Narrow" panose="020B0604020202020204" pitchFamily="34" charset="0"/>
              </a:rPr>
              <a:t>Advisors</a:t>
            </a:r>
            <a:r>
              <a:rPr lang="en-US" sz="1400" dirty="0">
                <a:solidFill>
                  <a:schemeClr val="tx1"/>
                </a:solidFill>
                <a:latin typeface="Arial Narrow" panose="020B0604020202020204" pitchFamily="34" charset="0"/>
                <a:cs typeface="Arial Narrow" panose="020B0604020202020204" pitchFamily="34" charset="0"/>
              </a:rPr>
              <a:t>: Dr. Z. Ren (Brookhaven National Laboratory)</a:t>
            </a:r>
          </a:p>
          <a:p>
            <a:pPr algn="ctr"/>
            <a:r>
              <a:rPr lang="en-US" sz="1400" dirty="0">
                <a:solidFill>
                  <a:schemeClr val="tx1"/>
                </a:solidFill>
                <a:latin typeface="Arial Narrow" panose="020B0604020202020204" pitchFamily="34" charset="0"/>
                <a:cs typeface="Arial Narrow" panose="020B0604020202020204" pitchFamily="34" charset="0"/>
              </a:rPr>
              <a:t>   </a:t>
            </a:r>
          </a:p>
        </p:txBody>
      </p:sp>
      <p:sp>
        <p:nvSpPr>
          <p:cNvPr id="25" name="Rounded Rectangle 24">
            <a:extLst>
              <a:ext uri="{FF2B5EF4-FFF2-40B4-BE49-F238E27FC236}">
                <a16:creationId xmlns:a16="http://schemas.microsoft.com/office/drawing/2014/main" id="{5960FF10-7620-CF75-B4F5-609548E75DA3}"/>
              </a:ext>
            </a:extLst>
          </p:cNvPr>
          <p:cNvSpPr/>
          <p:nvPr/>
        </p:nvSpPr>
        <p:spPr>
          <a:xfrm>
            <a:off x="6664781" y="3829024"/>
            <a:ext cx="4389119" cy="914400"/>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rial Narrow" panose="020B0604020202020204" pitchFamily="34" charset="0"/>
                <a:cs typeface="Arial Narrow" panose="020B0604020202020204" pitchFamily="34" charset="0"/>
              </a:rPr>
              <a:t>Operations &amp; Sustainability Committee</a:t>
            </a:r>
          </a:p>
          <a:p>
            <a:pPr algn="ctr"/>
            <a:r>
              <a:rPr lang="en-US" sz="1400" b="1" dirty="0">
                <a:solidFill>
                  <a:schemeClr val="tx1"/>
                </a:solidFill>
                <a:latin typeface="Arial Narrow" panose="020B0604020202020204" pitchFamily="34" charset="0"/>
                <a:cs typeface="Arial Narrow" panose="020B0604020202020204" pitchFamily="34" charset="0"/>
              </a:rPr>
              <a:t>Lead</a:t>
            </a:r>
            <a:r>
              <a:rPr lang="en-US" sz="1400" dirty="0">
                <a:solidFill>
                  <a:schemeClr val="tx1"/>
                </a:solidFill>
                <a:latin typeface="Arial Narrow" panose="020B0604020202020204" pitchFamily="34" charset="0"/>
                <a:cs typeface="Arial Narrow" panose="020B0604020202020204" pitchFamily="34" charset="0"/>
              </a:rPr>
              <a:t>: Co-PI Wei</a:t>
            </a:r>
          </a:p>
          <a:p>
            <a:pPr algn="ctr"/>
            <a:r>
              <a:rPr lang="en-US" sz="1400" b="1" dirty="0">
                <a:solidFill>
                  <a:schemeClr val="tx1"/>
                </a:solidFill>
                <a:latin typeface="Arial Narrow" panose="020B0604020202020204" pitchFamily="34" charset="0"/>
                <a:cs typeface="Arial Narrow" panose="020B0604020202020204" pitchFamily="34" charset="0"/>
              </a:rPr>
              <a:t>Advisor</a:t>
            </a:r>
            <a:r>
              <a:rPr lang="en-US" sz="1400" dirty="0">
                <a:solidFill>
                  <a:schemeClr val="tx1"/>
                </a:solidFill>
                <a:latin typeface="Arial Narrow" panose="020B0604020202020204" pitchFamily="34" charset="0"/>
                <a:cs typeface="Arial Narrow" panose="020B0604020202020204" pitchFamily="34" charset="0"/>
              </a:rPr>
              <a:t>: Dr. A. </a:t>
            </a:r>
            <a:r>
              <a:rPr lang="en-US" sz="1400" dirty="0" err="1">
                <a:solidFill>
                  <a:schemeClr val="tx1"/>
                </a:solidFill>
                <a:latin typeface="Arial Narrow" panose="020B0604020202020204" pitchFamily="34" charset="0"/>
                <a:cs typeface="Arial Narrow" panose="020B0604020202020204" pitchFamily="34" charset="0"/>
              </a:rPr>
              <a:t>Kashtelyan</a:t>
            </a:r>
            <a:r>
              <a:rPr lang="en-US" sz="1400" dirty="0">
                <a:solidFill>
                  <a:schemeClr val="tx1"/>
                </a:solidFill>
                <a:latin typeface="Arial Narrow" panose="020B0604020202020204" pitchFamily="34" charset="0"/>
                <a:cs typeface="Arial Narrow" panose="020B0604020202020204" pitchFamily="34" charset="0"/>
              </a:rPr>
              <a:t>(U.S. Army TDAC)</a:t>
            </a:r>
          </a:p>
        </p:txBody>
      </p:sp>
      <p:cxnSp>
        <p:nvCxnSpPr>
          <p:cNvPr id="28" name="Straight Arrow Connector 27">
            <a:extLst>
              <a:ext uri="{FF2B5EF4-FFF2-40B4-BE49-F238E27FC236}">
                <a16:creationId xmlns:a16="http://schemas.microsoft.com/office/drawing/2014/main" id="{2E39AEEC-28B0-7644-C436-93EEE4A3C9E2}"/>
              </a:ext>
            </a:extLst>
          </p:cNvPr>
          <p:cNvCxnSpPr>
            <a:cxnSpLocks/>
            <a:stCxn id="4" idx="3"/>
            <a:endCxn id="21" idx="1"/>
          </p:cNvCxnSpPr>
          <p:nvPr/>
        </p:nvCxnSpPr>
        <p:spPr>
          <a:xfrm>
            <a:off x="4974771" y="1675776"/>
            <a:ext cx="381002" cy="0"/>
          </a:xfrm>
          <a:prstGeom prst="straightConnector1">
            <a:avLst/>
          </a:prstGeom>
          <a:ln w="285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9EF39D7-C0F1-4587-85DE-4F9C9200FF98}"/>
              </a:ext>
            </a:extLst>
          </p:cNvPr>
          <p:cNvCxnSpPr>
            <a:cxnSpLocks/>
          </p:cNvCxnSpPr>
          <p:nvPr/>
        </p:nvCxnSpPr>
        <p:spPr>
          <a:xfrm>
            <a:off x="7571010" y="1556657"/>
            <a:ext cx="544292" cy="0"/>
          </a:xfrm>
          <a:prstGeom prst="straightConnector1">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6779DEE-A67B-1F2E-63E5-B31FE0B821E6}"/>
              </a:ext>
            </a:extLst>
          </p:cNvPr>
          <p:cNvCxnSpPr>
            <a:cxnSpLocks/>
          </p:cNvCxnSpPr>
          <p:nvPr/>
        </p:nvCxnSpPr>
        <p:spPr>
          <a:xfrm>
            <a:off x="6452506" y="2041536"/>
            <a:ext cx="0" cy="2244687"/>
          </a:xfrm>
          <a:prstGeom prst="straightConnector1">
            <a:avLst/>
          </a:prstGeom>
          <a:ln w="44450">
            <a:solidFill>
              <a:schemeClr val="tx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9D61E23-147B-C343-A52A-2F278C2D47BE}"/>
              </a:ext>
            </a:extLst>
          </p:cNvPr>
          <p:cNvCxnSpPr>
            <a:cxnSpLocks/>
            <a:stCxn id="14" idx="3"/>
            <a:endCxn id="23" idx="1"/>
          </p:cNvCxnSpPr>
          <p:nvPr/>
        </p:nvCxnSpPr>
        <p:spPr>
          <a:xfrm>
            <a:off x="6217921" y="2696432"/>
            <a:ext cx="446861" cy="0"/>
          </a:xfrm>
          <a:prstGeom prst="straightConnector1">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37436C0-C403-0C89-713A-1A9D968D0308}"/>
              </a:ext>
            </a:extLst>
          </p:cNvPr>
          <p:cNvCxnSpPr>
            <a:cxnSpLocks/>
            <a:stCxn id="24" idx="3"/>
            <a:endCxn id="25" idx="1"/>
          </p:cNvCxnSpPr>
          <p:nvPr/>
        </p:nvCxnSpPr>
        <p:spPr>
          <a:xfrm>
            <a:off x="6217921" y="4286224"/>
            <a:ext cx="446860" cy="0"/>
          </a:xfrm>
          <a:prstGeom prst="straightConnector1">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021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254FF-4C62-169E-EA15-0AC43A90116A}"/>
              </a:ext>
            </a:extLst>
          </p:cNvPr>
          <p:cNvSpPr>
            <a:spLocks noGrp="1"/>
          </p:cNvSpPr>
          <p:nvPr>
            <p:ph type="title"/>
          </p:nvPr>
        </p:nvSpPr>
        <p:spPr/>
        <p:txBody>
          <a:bodyPr/>
          <a:lstStyle/>
          <a:p>
            <a:r>
              <a:rPr lang="en-US" dirty="0"/>
              <a:t>Physics from symmetry</a:t>
            </a:r>
          </a:p>
        </p:txBody>
      </p:sp>
      <p:sp>
        <p:nvSpPr>
          <p:cNvPr id="3" name="Content Placeholder 2">
            <a:extLst>
              <a:ext uri="{FF2B5EF4-FFF2-40B4-BE49-F238E27FC236}">
                <a16:creationId xmlns:a16="http://schemas.microsoft.com/office/drawing/2014/main" id="{3854FB18-AAB8-6ED5-0746-FA97767AF6B3}"/>
              </a:ext>
            </a:extLst>
          </p:cNvPr>
          <p:cNvSpPr>
            <a:spLocks noGrp="1"/>
          </p:cNvSpPr>
          <p:nvPr>
            <p:ph idx="1"/>
          </p:nvPr>
        </p:nvSpPr>
        <p:spPr>
          <a:xfrm>
            <a:off x="838200" y="1815465"/>
            <a:ext cx="10515600" cy="4351338"/>
          </a:xfrm>
        </p:spPr>
        <p:txBody>
          <a:bodyPr/>
          <a:lstStyle/>
          <a:p>
            <a:r>
              <a:rPr lang="en-US" dirty="0"/>
              <a:t>As far as I see, all a priori statements in physics have their origin in symmetry – Hermann Weyl</a:t>
            </a:r>
          </a:p>
          <a:p>
            <a:r>
              <a:rPr lang="en-US" dirty="0"/>
              <a:t>The truth always turns out to be simpler than you thought – Richard P. Feynman</a:t>
            </a:r>
          </a:p>
          <a:p>
            <a:r>
              <a:rPr lang="en-US" dirty="0"/>
              <a:t>The most beautiful thing in physics is when something incomprehensible, suddenly becomes comprehensible, because of a deep explanation. </a:t>
            </a:r>
          </a:p>
          <a:p>
            <a:r>
              <a:rPr lang="en-US" dirty="0"/>
              <a:t>There is presently NO theory that is able to derive the constants of nature. These constants need to be extracted from experiments </a:t>
            </a:r>
          </a:p>
        </p:txBody>
      </p:sp>
    </p:spTree>
    <p:extLst>
      <p:ext uri="{BB962C8B-B14F-4D97-AF65-F5344CB8AC3E}">
        <p14:creationId xmlns:p14="http://schemas.microsoft.com/office/powerpoint/2010/main" val="1210643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22B862-FF97-5297-45C1-B904ADA11AAE}"/>
              </a:ext>
            </a:extLst>
          </p:cNvPr>
          <p:cNvSpPr>
            <a:spLocks noGrp="1"/>
          </p:cNvSpPr>
          <p:nvPr>
            <p:ph idx="1"/>
          </p:nvPr>
        </p:nvSpPr>
        <p:spPr>
          <a:xfrm>
            <a:off x="838200" y="579120"/>
            <a:ext cx="10515600" cy="6096000"/>
          </a:xfrm>
        </p:spPr>
        <p:txBody>
          <a:bodyPr>
            <a:normAutofit lnSpcReduction="10000"/>
          </a:bodyPr>
          <a:lstStyle/>
          <a:p>
            <a:r>
              <a:rPr lang="en-US" altLang="zh-CN" b="1" dirty="0"/>
              <a:t>Special relativity</a:t>
            </a:r>
            <a:r>
              <a:rPr lang="en-US" altLang="zh-CN" dirty="0"/>
              <a:t>: the velocity of light has the same value in all inertial frames of reference, which are frames moving with constant velocity relative to each other and physics is the same in all inertial frames of reference. </a:t>
            </a:r>
          </a:p>
          <a:p>
            <a:r>
              <a:rPr lang="en-US" dirty="0"/>
              <a:t>The set of all transformations permitted by these </a:t>
            </a:r>
            <a:r>
              <a:rPr lang="en-US" b="1" dirty="0"/>
              <a:t>symmetry constrains</a:t>
            </a:r>
            <a:r>
              <a:rPr lang="en-US" dirty="0"/>
              <a:t> is called the </a:t>
            </a:r>
            <a:r>
              <a:rPr lang="en-US" b="1" dirty="0" err="1"/>
              <a:t>Poincaré</a:t>
            </a:r>
            <a:r>
              <a:rPr lang="en-US" b="1" dirty="0"/>
              <a:t> group</a:t>
            </a:r>
            <a:r>
              <a:rPr lang="en-US" dirty="0"/>
              <a:t>.</a:t>
            </a:r>
          </a:p>
          <a:p>
            <a:r>
              <a:rPr lang="en-US" b="1" dirty="0" err="1"/>
              <a:t>Lagrangian</a:t>
            </a:r>
            <a:r>
              <a:rPr lang="en-US" dirty="0"/>
              <a:t> must be invariant (= does not change) under any transformation of the </a:t>
            </a:r>
            <a:r>
              <a:rPr lang="en-US" b="1" dirty="0" err="1"/>
              <a:t>Poincaré</a:t>
            </a:r>
            <a:r>
              <a:rPr lang="en-US" b="1" dirty="0"/>
              <a:t> group</a:t>
            </a:r>
          </a:p>
          <a:p>
            <a:r>
              <a:rPr lang="en-US" b="1" dirty="0"/>
              <a:t>Symmetry breaking </a:t>
            </a:r>
            <a:r>
              <a:rPr lang="en-US" dirty="0"/>
              <a:t>and a special way to break symmetries called the </a:t>
            </a:r>
            <a:r>
              <a:rPr lang="en-US" b="1" dirty="0"/>
              <a:t>Higgs mechanism</a:t>
            </a:r>
            <a:r>
              <a:rPr lang="en-US" dirty="0"/>
              <a:t>, which enables us to describe particles with </a:t>
            </a:r>
            <a:r>
              <a:rPr lang="en-US" b="1" dirty="0"/>
              <a:t>mass</a:t>
            </a:r>
            <a:r>
              <a:rPr lang="en-US" dirty="0"/>
              <a:t>. </a:t>
            </a:r>
          </a:p>
          <a:p>
            <a:r>
              <a:rPr lang="en-US" b="1" dirty="0"/>
              <a:t>Noether’s theorem </a:t>
            </a:r>
            <a:r>
              <a:rPr lang="en-US" dirty="0"/>
              <a:t>reveals a deep connection between </a:t>
            </a:r>
            <a:r>
              <a:rPr lang="en-US" b="1" dirty="0"/>
              <a:t>symmetries </a:t>
            </a:r>
            <a:r>
              <a:rPr lang="en-US" dirty="0"/>
              <a:t>and </a:t>
            </a:r>
            <a:r>
              <a:rPr lang="en-US" b="1" dirty="0"/>
              <a:t>conserved quantities</a:t>
            </a:r>
            <a:r>
              <a:rPr lang="en-US" dirty="0"/>
              <a:t>. </a:t>
            </a:r>
          </a:p>
          <a:p>
            <a:r>
              <a:rPr lang="en-US" dirty="0"/>
              <a:t>The </a:t>
            </a:r>
            <a:r>
              <a:rPr lang="en-US" b="1" dirty="0"/>
              <a:t>standard model </a:t>
            </a:r>
            <a:r>
              <a:rPr lang="en-US" dirty="0"/>
              <a:t>uses </a:t>
            </a:r>
            <a:r>
              <a:rPr lang="en-US" b="1" dirty="0"/>
              <a:t>quantum field theory </a:t>
            </a:r>
            <a:r>
              <a:rPr lang="en-US" dirty="0"/>
              <a:t>to describe the behavior of all known </a:t>
            </a:r>
            <a:r>
              <a:rPr lang="en-US" b="1" dirty="0"/>
              <a:t>elementary particles</a:t>
            </a:r>
            <a:r>
              <a:rPr lang="en-US" dirty="0"/>
              <a:t>. </a:t>
            </a:r>
          </a:p>
        </p:txBody>
      </p:sp>
    </p:spTree>
    <p:extLst>
      <p:ext uri="{BB962C8B-B14F-4D97-AF65-F5344CB8AC3E}">
        <p14:creationId xmlns:p14="http://schemas.microsoft.com/office/powerpoint/2010/main" val="2470520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41870-AED4-29E1-3071-CEC7088AA6E5}"/>
              </a:ext>
            </a:extLst>
          </p:cNvPr>
          <p:cNvSpPr>
            <a:spLocks noGrp="1"/>
          </p:cNvSpPr>
          <p:nvPr>
            <p:ph type="title"/>
          </p:nvPr>
        </p:nvSpPr>
        <p:spPr/>
        <p:txBody>
          <a:bodyPr/>
          <a:lstStyle/>
          <a:p>
            <a:r>
              <a:rPr lang="en-US" dirty="0"/>
              <a:t>Elementary Particles</a:t>
            </a:r>
          </a:p>
        </p:txBody>
      </p:sp>
      <p:sp>
        <p:nvSpPr>
          <p:cNvPr id="3" name="Content Placeholder 2">
            <a:extLst>
              <a:ext uri="{FF2B5EF4-FFF2-40B4-BE49-F238E27FC236}">
                <a16:creationId xmlns:a16="http://schemas.microsoft.com/office/drawing/2014/main" id="{9720FBCA-6669-332E-E2D3-0C0878DB3120}"/>
              </a:ext>
            </a:extLst>
          </p:cNvPr>
          <p:cNvSpPr>
            <a:spLocks noGrp="1"/>
          </p:cNvSpPr>
          <p:nvPr>
            <p:ph idx="1"/>
          </p:nvPr>
        </p:nvSpPr>
        <p:spPr>
          <a:xfrm>
            <a:off x="378460" y="1530985"/>
            <a:ext cx="11435080" cy="4351338"/>
          </a:xfrm>
        </p:spPr>
        <p:txBody>
          <a:bodyPr>
            <a:normAutofit fontScale="92500"/>
          </a:bodyPr>
          <a:lstStyle/>
          <a:p>
            <a:r>
              <a:rPr lang="en-US" sz="3200" b="1" dirty="0"/>
              <a:t>Bosons </a:t>
            </a:r>
            <a:r>
              <a:rPr lang="en-US" sz="3200" dirty="0"/>
              <a:t>(integer spin, mostly 1)</a:t>
            </a:r>
          </a:p>
          <a:p>
            <a:pPr lvl="1"/>
            <a:r>
              <a:rPr lang="en-US" dirty="0"/>
              <a:t>For the forces of nature</a:t>
            </a:r>
          </a:p>
          <a:p>
            <a:pPr lvl="1"/>
            <a:r>
              <a:rPr lang="en-US" dirty="0"/>
              <a:t>1. Electromagnetic interactions – massless </a:t>
            </a:r>
            <a:r>
              <a:rPr lang="en-US" b="1" dirty="0"/>
              <a:t>photons – need charge: electric charge</a:t>
            </a:r>
          </a:p>
          <a:p>
            <a:pPr lvl="1"/>
            <a:r>
              <a:rPr lang="en-US" dirty="0"/>
              <a:t>2. Weak force – massive </a:t>
            </a:r>
            <a:r>
              <a:rPr lang="en-US" b="1" dirty="0"/>
              <a:t>W+, W-, Z- bosons – need charge: isospin (all fermions have )</a:t>
            </a:r>
          </a:p>
          <a:p>
            <a:pPr lvl="1"/>
            <a:r>
              <a:rPr lang="en-US" dirty="0"/>
              <a:t>3. Strong force – massless </a:t>
            </a:r>
            <a:r>
              <a:rPr lang="en-US" b="1" dirty="0"/>
              <a:t>gluons – need charge: color</a:t>
            </a:r>
          </a:p>
          <a:p>
            <a:pPr lvl="1"/>
            <a:r>
              <a:rPr lang="en-US" dirty="0"/>
              <a:t>4. Gravity – (maybe) </a:t>
            </a:r>
            <a:r>
              <a:rPr lang="en-US" b="1" dirty="0"/>
              <a:t>gravitons</a:t>
            </a:r>
          </a:p>
          <a:p>
            <a:pPr lvl="1"/>
            <a:r>
              <a:rPr lang="en-US" b="1" dirty="0"/>
              <a:t>Higgs boson (spin 0)</a:t>
            </a:r>
          </a:p>
          <a:p>
            <a:r>
              <a:rPr lang="en-US" sz="3200" b="1" dirty="0"/>
              <a:t>Fermions</a:t>
            </a:r>
            <a:r>
              <a:rPr lang="en-US" dirty="0"/>
              <a:t> (half-integer spin)– Pauli’s exclusion principle</a:t>
            </a:r>
          </a:p>
          <a:p>
            <a:pPr lvl="1"/>
            <a:r>
              <a:rPr lang="en-US" dirty="0"/>
              <a:t>Responsible for matter</a:t>
            </a:r>
          </a:p>
          <a:p>
            <a:pPr lvl="1"/>
            <a:r>
              <a:rPr lang="en-US" dirty="0"/>
              <a:t>Atoms consist of </a:t>
            </a:r>
            <a:r>
              <a:rPr lang="en-US" b="1" dirty="0"/>
              <a:t>electrons (are leptons)</a:t>
            </a:r>
            <a:r>
              <a:rPr lang="en-US" dirty="0"/>
              <a:t>, </a:t>
            </a:r>
            <a:r>
              <a:rPr lang="en-US" b="1" dirty="0"/>
              <a:t>protons (consist of quarks)</a:t>
            </a:r>
            <a:r>
              <a:rPr lang="en-US" dirty="0"/>
              <a:t>, and </a:t>
            </a:r>
            <a:r>
              <a:rPr lang="en-US" b="1" dirty="0"/>
              <a:t>neutrons (consist of quarks)</a:t>
            </a:r>
            <a:r>
              <a:rPr lang="en-US" dirty="0"/>
              <a:t> (all fermions)</a:t>
            </a:r>
          </a:p>
        </p:txBody>
      </p:sp>
    </p:spTree>
    <p:extLst>
      <p:ext uri="{BB962C8B-B14F-4D97-AF65-F5344CB8AC3E}">
        <p14:creationId xmlns:p14="http://schemas.microsoft.com/office/powerpoint/2010/main" val="2283385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F9C1-77E0-8BF8-398F-EE52DA2D062E}"/>
              </a:ext>
            </a:extLst>
          </p:cNvPr>
          <p:cNvSpPr>
            <a:spLocks noGrp="1"/>
          </p:cNvSpPr>
          <p:nvPr>
            <p:ph type="title"/>
          </p:nvPr>
        </p:nvSpPr>
        <p:spPr>
          <a:xfrm>
            <a:off x="838200" y="365125"/>
            <a:ext cx="10515600" cy="569595"/>
          </a:xfrm>
        </p:spPr>
        <p:txBody>
          <a:bodyPr>
            <a:normAutofit fontScale="90000"/>
          </a:bodyPr>
          <a:lstStyle/>
          <a:p>
            <a:r>
              <a:rPr lang="en-US" dirty="0"/>
              <a:t>2. Special relativity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1132C6-8B38-2FB1-BF33-35395CAE643C}"/>
                  </a:ext>
                </a:extLst>
              </p:cNvPr>
              <p:cNvSpPr>
                <a:spLocks noGrp="1"/>
              </p:cNvSpPr>
              <p:nvPr>
                <p:ph idx="1"/>
              </p:nvPr>
            </p:nvSpPr>
            <p:spPr>
              <a:xfrm>
                <a:off x="838200" y="1076960"/>
                <a:ext cx="10515600" cy="5130483"/>
              </a:xfrm>
            </p:spPr>
            <p:txBody>
              <a:bodyPr>
                <a:normAutofit fontScale="92500" lnSpcReduction="10000"/>
              </a:bodyPr>
              <a:lstStyle/>
              <a:p>
                <a:r>
                  <a:rPr lang="en-US" dirty="0"/>
                  <a:t>The famous Michelson-Morley experiment discovered that the speed of light has the same value in all reference frames. </a:t>
                </a:r>
              </a:p>
              <a:p>
                <a:r>
                  <a:rPr lang="en-US" b="1" dirty="0"/>
                  <a:t>The principle of relativity</a:t>
                </a:r>
                <a:r>
                  <a:rPr lang="en-US" dirty="0"/>
                  <a:t>: physics is the same in all inertial frames of reference, i.e., frames moving with constant velocity relative to each other. </a:t>
                </a:r>
              </a:p>
              <a:p>
                <a:r>
                  <a:rPr lang="en-US" b="1" dirty="0"/>
                  <a:t>The invariance of the speed of light</a:t>
                </a:r>
                <a:r>
                  <a:rPr lang="en-US" dirty="0"/>
                  <a:t>: the velocity of light has the same value in all inertial frames of reference</a:t>
                </a:r>
              </a:p>
              <a:p>
                <a:r>
                  <a:rPr lang="en-US" b="1" dirty="0"/>
                  <a:t>Physical laws are homogeneous </a:t>
                </a:r>
                <a:r>
                  <a:rPr lang="en-US" dirty="0"/>
                  <a:t>(not matter where) and </a:t>
                </a:r>
                <a:r>
                  <a:rPr lang="en-US" b="1" dirty="0"/>
                  <a:t>isotropic</a:t>
                </a:r>
                <a:r>
                  <a:rPr lang="en-US" dirty="0"/>
                  <a:t> (not matter how it is oriented)</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m:t>
                            </m:r>
                            <m:r>
                              <a:rPr lang="en-US" b="0" i="1" smtClean="0">
                                <a:latin typeface="Cambria Math" panose="02040503050406030204" pitchFamily="18" charset="0"/>
                                <a:ea typeface="Cambria Math" panose="02040503050406030204" pitchFamily="18" charset="0"/>
                              </a:rPr>
                              <m:t>𝜏</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𝑐𝑑𝑡</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𝑑𝑥</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𝑑𝑦</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𝑑𝑧</m:t>
                            </m:r>
                          </m:e>
                        </m:d>
                      </m:e>
                      <m:sup>
                        <m:r>
                          <a:rPr lang="en-US" b="0" i="1" smtClean="0">
                            <a:latin typeface="Cambria Math" panose="02040503050406030204" pitchFamily="18" charset="0"/>
                          </a:rPr>
                          <m:t>2</m:t>
                        </m:r>
                      </m:sup>
                    </m:sSup>
                  </m:oMath>
                </a14:m>
                <a:endParaRPr lang="en-US" dirty="0"/>
              </a:p>
              <a:p>
                <a:r>
                  <a:rPr lang="en-US" dirty="0"/>
                  <a:t>Tau is the </a:t>
                </a:r>
                <a:r>
                  <a:rPr lang="en-US" b="1" dirty="0"/>
                  <a:t>proper time</a:t>
                </a:r>
                <a:r>
                  <a:rPr lang="en-US" dirty="0"/>
                  <a:t>, measured by the observer in the frame where the object is at rest.</a:t>
                </a:r>
              </a:p>
              <a:p>
                <a:r>
                  <a:rPr lang="en-US" b="1" dirty="0"/>
                  <a:t>Upper speed limit </a:t>
                </a:r>
                <a:r>
                  <a:rPr lang="en-US" dirty="0"/>
                  <a:t>c / </a:t>
                </a:r>
                <a:r>
                  <a:rPr lang="en-US" b="1" dirty="0"/>
                  <a:t>The Minkowski Notation</a:t>
                </a:r>
              </a:p>
            </p:txBody>
          </p:sp>
        </mc:Choice>
        <mc:Fallback xmlns="">
          <p:sp>
            <p:nvSpPr>
              <p:cNvPr id="3" name="Content Placeholder 2">
                <a:extLst>
                  <a:ext uri="{FF2B5EF4-FFF2-40B4-BE49-F238E27FC236}">
                    <a16:creationId xmlns:a16="http://schemas.microsoft.com/office/drawing/2014/main" id="{BC1132C6-8B38-2FB1-BF33-35395CAE643C}"/>
                  </a:ext>
                </a:extLst>
              </p:cNvPr>
              <p:cNvSpPr>
                <a:spLocks noGrp="1" noRot="1" noChangeAspect="1" noMove="1" noResize="1" noEditPoints="1" noAdjustHandles="1" noChangeArrowheads="1" noChangeShapeType="1" noTextEdit="1"/>
              </p:cNvSpPr>
              <p:nvPr>
                <p:ph idx="1"/>
              </p:nvPr>
            </p:nvSpPr>
            <p:spPr>
              <a:xfrm>
                <a:off x="838200" y="1076960"/>
                <a:ext cx="10515600" cy="5130483"/>
              </a:xfrm>
              <a:blipFill>
                <a:blip r:embed="rId2"/>
                <a:stretch>
                  <a:fillRect l="-928" t="-2497" r="-1217" b="-238"/>
                </a:stretch>
              </a:blipFill>
            </p:spPr>
            <p:txBody>
              <a:bodyPr/>
              <a:lstStyle/>
              <a:p>
                <a:r>
                  <a:rPr lang="en-US">
                    <a:noFill/>
                  </a:rPr>
                  <a:t> </a:t>
                </a:r>
              </a:p>
            </p:txBody>
          </p:sp>
        </mc:Fallback>
      </mc:AlternateContent>
    </p:spTree>
    <p:extLst>
      <p:ext uri="{BB962C8B-B14F-4D97-AF65-F5344CB8AC3E}">
        <p14:creationId xmlns:p14="http://schemas.microsoft.com/office/powerpoint/2010/main" val="791011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0B3F-3C51-B03D-34E7-456C17811111}"/>
              </a:ext>
            </a:extLst>
          </p:cNvPr>
          <p:cNvSpPr>
            <a:spLocks noGrp="1"/>
          </p:cNvSpPr>
          <p:nvPr>
            <p:ph type="title"/>
          </p:nvPr>
        </p:nvSpPr>
        <p:spPr/>
        <p:txBody>
          <a:bodyPr/>
          <a:lstStyle/>
          <a:p>
            <a:r>
              <a:rPr lang="en-US" dirty="0"/>
              <a:t>Special relativity to Minkowski notation to Lorenz transformations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099C06-4FF2-A068-24BD-6FBDC37F6D79}"/>
                  </a:ext>
                </a:extLst>
              </p:cNvPr>
              <p:cNvSpPr>
                <a:spLocks noGrp="1"/>
              </p:cNvSpPr>
              <p:nvPr>
                <p:ph idx="1"/>
              </p:nvPr>
            </p:nvSpPr>
            <p:spPr/>
            <p:txBody>
              <a:bodyPr>
                <a:normAutofit fontScale="92500" lnSpcReduction="10000"/>
              </a:bodyPr>
              <a:lstStyle/>
              <a:p>
                <a:r>
                  <a:rPr lang="en-US" dirty="0"/>
                  <a:t>If we respect special relativity ( i.e., c is constant for all frames of reference), for any frame of reference we have</a:t>
                </a:r>
              </a:p>
              <a:p>
                <a:pPr marL="0" indent="0">
                  <a:buNone/>
                </a:pP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m:t>
                            </m:r>
                            <m:r>
                              <a:rPr lang="en-US" b="0" i="1" smtClean="0">
                                <a:latin typeface="Cambria Math" panose="02040503050406030204" pitchFamily="18" charset="0"/>
                                <a:ea typeface="Cambria Math" panose="02040503050406030204" pitchFamily="18" charset="0"/>
                              </a:rPr>
                              <m:t>𝜏</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b="0" dirty="0"/>
                  <a:t>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𝑐𝑑𝑡</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𝑑𝑥</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𝑑𝑦</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𝑑𝑧</m:t>
                            </m:r>
                          </m:e>
                        </m:d>
                      </m:e>
                      <m:sup>
                        <m:r>
                          <a:rPr lang="en-US" b="0" i="1" smtClean="0">
                            <a:latin typeface="Cambria Math" panose="02040503050406030204" pitchFamily="18" charset="0"/>
                          </a:rPr>
                          <m:t>2</m:t>
                        </m:r>
                      </m:sup>
                    </m:sSup>
                  </m:oMath>
                </a14:m>
                <a:endParaRPr lang="en-US" b="0" dirty="0"/>
              </a:p>
              <a:p>
                <a:r>
                  <a:rPr lang="en-US" dirty="0"/>
                  <a:t>Using Minkowski notation, we have </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𝜈</m:t>
                        </m:r>
                      </m:sub>
                    </m:s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𝜂</m:t>
                        </m:r>
                      </m:e>
                      <m:sup>
                        <m:r>
                          <a:rPr lang="en-US" b="0" i="1" smtClean="0">
                            <a:latin typeface="Cambria Math" panose="02040503050406030204" pitchFamily="18" charset="0"/>
                            <a:ea typeface="Cambria Math" panose="02040503050406030204" pitchFamily="18" charset="0"/>
                          </a:rPr>
                          <m:t>𝜇𝜈</m:t>
                        </m:r>
                      </m:sup>
                    </m:sSup>
                  </m:oMath>
                </a14:m>
                <a:endParaRPr lang="en-US" b="0" dirty="0">
                  <a:ea typeface="Cambria Math" panose="02040503050406030204" pitchFamily="18" charset="0"/>
                </a:endParaRPr>
              </a:p>
              <a:p>
                <a:r>
                  <a:rPr lang="en-US" dirty="0"/>
                  <a:t>Lorentz transformations are a type of transformations (rotation + stretch) </a:t>
                </a:r>
                <a14:m>
                  <m:oMath xmlns:m="http://schemas.openxmlformats.org/officeDocument/2006/math">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r>
                          <a:rPr lang="en-US" b="0" i="1" smtClean="0">
                            <a:latin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𝜇</m:t>
                        </m:r>
                      </m:sub>
                    </m:sSub>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m:rPr>
                            <m:sty m:val="p"/>
                          </m:rPr>
                          <a:rPr lang="el-GR" b="0" i="1" smtClean="0">
                            <a:latin typeface="Cambria Math" panose="02040503050406030204" pitchFamily="18" charset="0"/>
                            <a:ea typeface="Cambria Math" panose="02040503050406030204" pitchFamily="18" charset="0"/>
                          </a:rPr>
                          <m:t>Λ</m:t>
                        </m:r>
                      </m:e>
                      <m:sub>
                        <m:r>
                          <a:rPr lang="en-US" b="0" i="1" smtClean="0">
                            <a:latin typeface="Cambria Math" panose="02040503050406030204" pitchFamily="18" charset="0"/>
                            <a:ea typeface="Cambria Math" panose="02040503050406030204" pitchFamily="18" charset="0"/>
                          </a:rPr>
                          <m:t>𝜇</m:t>
                        </m:r>
                      </m:sub>
                      <m:sup>
                        <m:r>
                          <a:rPr lang="en-US" b="0" i="1" smtClean="0">
                            <a:latin typeface="Cambria Math" panose="02040503050406030204" pitchFamily="18" charset="0"/>
                            <a:ea typeface="Cambria Math" panose="02040503050406030204" pitchFamily="18" charset="0"/>
                          </a:rPr>
                          <m:t>𝜎</m:t>
                        </m:r>
                      </m:sup>
                    </m:sSubSup>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𝜎</m:t>
                        </m:r>
                      </m:sub>
                    </m:sSub>
                  </m:oMath>
                </a14:m>
                <a:r>
                  <a:rPr lang="en-US" dirty="0"/>
                  <a:t> that leave the scalar product of Minkowski spacetime invariant:</a:t>
                </a:r>
              </a:p>
              <a:p>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𝑑𝑠</m:t>
                            </m:r>
                            <m:r>
                              <a:rPr lang="en-US" b="0" i="1" smtClean="0">
                                <a:latin typeface="Cambria Math" panose="02040503050406030204" pitchFamily="18" charset="0"/>
                              </a:rPr>
                              <m:t>′</m:t>
                            </m:r>
                          </m:e>
                        </m:d>
                      </m:e>
                      <m:sup>
                        <m:r>
                          <a:rPr lang="en-US" b="0" i="1" smtClean="0">
                            <a:latin typeface="Cambria Math" panose="02040503050406030204" pitchFamily="18" charset="0"/>
                          </a:rPr>
                          <m:t>2</m:t>
                        </m:r>
                      </m:sup>
                    </m:sSup>
                  </m:oMath>
                </a14:m>
                <a:r>
                  <a:rPr lang="en-US" dirty="0"/>
                  <a:t> and we have</a:t>
                </a:r>
              </a:p>
              <a:p>
                <a14:m>
                  <m:oMath xmlns:m="http://schemas.openxmlformats.org/officeDocument/2006/math">
                    <m:r>
                      <a:rPr lang="en-US" b="0" i="1" smtClean="0">
                        <a:latin typeface="Cambria Math" panose="02040503050406030204" pitchFamily="18" charset="0"/>
                        <a:ea typeface="Cambria Math" panose="02040503050406030204" pitchFamily="18" charset="0"/>
                      </a:rPr>
                      <m:t>𝜂</m:t>
                    </m:r>
                    <m:r>
                      <a:rPr lang="en-US" b="0" i="1" smtClean="0">
                        <a:latin typeface="Cambria Math" panose="02040503050406030204" pitchFamily="18" charset="0"/>
                        <a:ea typeface="Cambria Math" panose="02040503050406030204" pitchFamily="18" charset="0"/>
                      </a:rPr>
                      <m:t>=</m:t>
                    </m:r>
                    <m:sSup>
                      <m:sSupPr>
                        <m:ctrlPr>
                          <a:rPr lang="el-GR"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Λ</m:t>
                        </m:r>
                      </m:e>
                      <m:sup>
                        <m:r>
                          <a:rPr lang="en-US" b="0" i="1" smtClean="0">
                            <a:latin typeface="Cambria Math" panose="02040503050406030204" pitchFamily="18" charset="0"/>
                            <a:ea typeface="Cambria Math" panose="02040503050406030204" pitchFamily="18" charset="0"/>
                          </a:rPr>
                          <m:t>𝑇</m:t>
                        </m:r>
                      </m:sup>
                    </m:sSup>
                    <m:r>
                      <a:rPr lang="en-US" b="0" i="1" smtClean="0">
                        <a:latin typeface="Cambria Math" panose="02040503050406030204" pitchFamily="18" charset="0"/>
                        <a:ea typeface="Cambria Math" panose="02040503050406030204" pitchFamily="18" charset="0"/>
                      </a:rPr>
                      <m:t>𝜂</m:t>
                    </m:r>
                    <m:r>
                      <m:rPr>
                        <m:sty m:val="p"/>
                      </m:rPr>
                      <a:rPr lang="el-GR" b="0" i="1" smtClean="0">
                        <a:latin typeface="Cambria Math" panose="02040503050406030204" pitchFamily="18" charset="0"/>
                        <a:ea typeface="Cambria Math" panose="02040503050406030204" pitchFamily="18" charset="0"/>
                      </a:rPr>
                      <m:t>Λ</m:t>
                    </m:r>
                  </m:oMath>
                </a14:m>
                <a:endParaRPr lang="en-US" dirty="0"/>
              </a:p>
            </p:txBody>
          </p:sp>
        </mc:Choice>
        <mc:Fallback xmlns="">
          <p:sp>
            <p:nvSpPr>
              <p:cNvPr id="3" name="Content Placeholder 2">
                <a:extLst>
                  <a:ext uri="{FF2B5EF4-FFF2-40B4-BE49-F238E27FC236}">
                    <a16:creationId xmlns:a16="http://schemas.microsoft.com/office/drawing/2014/main" id="{D1099C06-4FF2-A068-24BD-6FBDC37F6D79}"/>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1578907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3321F-6523-7F0C-C474-59593CF4991B}"/>
              </a:ext>
            </a:extLst>
          </p:cNvPr>
          <p:cNvSpPr>
            <a:spLocks noGrp="1"/>
          </p:cNvSpPr>
          <p:nvPr>
            <p:ph idx="1"/>
          </p:nvPr>
        </p:nvSpPr>
        <p:spPr>
          <a:xfrm>
            <a:off x="838200" y="406400"/>
            <a:ext cx="10515600" cy="5770563"/>
          </a:xfrm>
        </p:spPr>
        <p:txBody>
          <a:bodyPr/>
          <a:lstStyle/>
          <a:p>
            <a:r>
              <a:rPr lang="en-US" dirty="0"/>
              <a:t>We call something </a:t>
            </a:r>
            <a:r>
              <a:rPr lang="en-US" b="1" dirty="0"/>
              <a:t>invariant/symmetry</a:t>
            </a:r>
            <a:r>
              <a:rPr lang="en-US" dirty="0"/>
              <a:t>, if it doesn’t change under transformations</a:t>
            </a:r>
          </a:p>
          <a:p>
            <a:r>
              <a:rPr lang="en-US" b="1" dirty="0"/>
              <a:t>Covariance</a:t>
            </a:r>
            <a:r>
              <a:rPr lang="en-US" dirty="0"/>
              <a:t> means something takes the same </a:t>
            </a:r>
            <a:r>
              <a:rPr lang="en-US" b="1" dirty="0"/>
              <a:t>form</a:t>
            </a:r>
            <a:r>
              <a:rPr lang="en-US" dirty="0"/>
              <a:t> (but can have different parameters)</a:t>
            </a:r>
          </a:p>
          <a:p>
            <a:r>
              <a:rPr lang="en-US" b="1" dirty="0"/>
              <a:t>All physical laws must be </a:t>
            </a:r>
            <a:r>
              <a:rPr lang="en-US" b="1" i="1" dirty="0"/>
              <a:t>covariant </a:t>
            </a:r>
            <a:r>
              <a:rPr lang="en-US" b="1" dirty="0"/>
              <a:t>under Lorentz transformations</a:t>
            </a:r>
          </a:p>
        </p:txBody>
      </p:sp>
    </p:spTree>
    <p:extLst>
      <p:ext uri="{BB962C8B-B14F-4D97-AF65-F5344CB8AC3E}">
        <p14:creationId xmlns:p14="http://schemas.microsoft.com/office/powerpoint/2010/main" val="1752073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7F11B-DD80-22AF-667B-441429C375B2}"/>
              </a:ext>
            </a:extLst>
          </p:cNvPr>
          <p:cNvSpPr>
            <a:spLocks noGrp="1"/>
          </p:cNvSpPr>
          <p:nvPr>
            <p:ph type="title"/>
          </p:nvPr>
        </p:nvSpPr>
        <p:spPr/>
        <p:txBody>
          <a:bodyPr/>
          <a:lstStyle/>
          <a:p>
            <a:r>
              <a:rPr lang="en-US" dirty="0"/>
              <a:t>Part II symmetry tools: Lie Group Theory</a:t>
            </a:r>
          </a:p>
        </p:txBody>
      </p:sp>
      <p:sp>
        <p:nvSpPr>
          <p:cNvPr id="3" name="Content Placeholder 2">
            <a:extLst>
              <a:ext uri="{FF2B5EF4-FFF2-40B4-BE49-F238E27FC236}">
                <a16:creationId xmlns:a16="http://schemas.microsoft.com/office/drawing/2014/main" id="{2A393157-C570-A551-57FF-70D7A1692D7B}"/>
              </a:ext>
            </a:extLst>
          </p:cNvPr>
          <p:cNvSpPr>
            <a:spLocks noGrp="1"/>
          </p:cNvSpPr>
          <p:nvPr>
            <p:ph idx="1"/>
          </p:nvPr>
        </p:nvSpPr>
        <p:spPr/>
        <p:txBody>
          <a:bodyPr/>
          <a:lstStyle/>
          <a:p>
            <a:r>
              <a:rPr lang="en-US" dirty="0"/>
              <a:t>‘Numbers measure size, groups measure symmetry’ – Mark A. Armstrong</a:t>
            </a:r>
          </a:p>
          <a:p>
            <a:r>
              <a:rPr lang="en-US" dirty="0"/>
              <a:t>The </a:t>
            </a:r>
            <a:r>
              <a:rPr lang="en-US" b="1" dirty="0" err="1"/>
              <a:t>Poincaré</a:t>
            </a:r>
            <a:r>
              <a:rPr lang="en-US" b="1" dirty="0"/>
              <a:t> group </a:t>
            </a:r>
            <a:r>
              <a:rPr lang="en-US" dirty="0"/>
              <a:t>is the </a:t>
            </a:r>
            <a:r>
              <a:rPr lang="en-US" b="1" dirty="0"/>
              <a:t>Lorentz group </a:t>
            </a:r>
            <a:r>
              <a:rPr lang="en-US" dirty="0"/>
              <a:t>(rotation and stretch) plus </a:t>
            </a:r>
            <a:r>
              <a:rPr lang="en-US" b="1" dirty="0"/>
              <a:t>translations</a:t>
            </a:r>
          </a:p>
        </p:txBody>
      </p:sp>
    </p:spTree>
    <p:extLst>
      <p:ext uri="{BB962C8B-B14F-4D97-AF65-F5344CB8AC3E}">
        <p14:creationId xmlns:p14="http://schemas.microsoft.com/office/powerpoint/2010/main" val="433523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02C42-CC74-8231-21AA-60B07E040F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0BDD62-BFF2-AE42-C42F-E7D213DB318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43656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13498</TotalTime>
  <Words>946</Words>
  <Application>Microsoft Office PowerPoint</Application>
  <PresentationFormat>Widescreen</PresentationFormat>
  <Paragraphs>104</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Arial Narrow</vt:lpstr>
      <vt:lpstr>Cambria Math</vt:lpstr>
      <vt:lpstr>Office Theme</vt:lpstr>
      <vt:lpstr>PowerPoint Presentation</vt:lpstr>
      <vt:lpstr>PowerPoint Presentation</vt:lpstr>
      <vt:lpstr>PowerPoint Presentation</vt:lpstr>
      <vt:lpstr>Physics from symmetry</vt:lpstr>
      <vt:lpstr>PowerPoint Presentation</vt:lpstr>
      <vt:lpstr>Elementary Particles</vt:lpstr>
      <vt:lpstr>2. Special relativity</vt:lpstr>
      <vt:lpstr>Special relativity to Minkowski notation to Lorenz transformations</vt:lpstr>
      <vt:lpstr>PowerPoint Presentation</vt:lpstr>
      <vt:lpstr>Part II symmetry tools: Lie Group Theory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Zhengtao Gan</dc:creator>
  <cp:lastModifiedBy>Zhengtao Gan</cp:lastModifiedBy>
  <cp:revision>1</cp:revision>
  <dcterms:created xsi:type="dcterms:W3CDTF">2025-12-17T17:03:06Z</dcterms:created>
  <dcterms:modified xsi:type="dcterms:W3CDTF">2026-01-18T05:08:40Z</dcterms:modified>
</cp:coreProperties>
</file>